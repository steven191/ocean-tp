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handoutMasterIdLst>
    <p:handoutMasterId r:id="rId18"/>
  </p:handoutMasterIdLst>
  <p:sldIdLst>
    <p:sldId id="2007579348" r:id="rId2"/>
    <p:sldId id="2007579367" r:id="rId3"/>
    <p:sldId id="2007579371" r:id="rId4"/>
    <p:sldId id="2007579368" r:id="rId5"/>
    <p:sldId id="2007579370" r:id="rId6"/>
    <p:sldId id="2007579373" r:id="rId7"/>
    <p:sldId id="2007579374" r:id="rId8"/>
    <p:sldId id="2007579375" r:id="rId9"/>
    <p:sldId id="2007579376" r:id="rId10"/>
    <p:sldId id="2007579377" r:id="rId11"/>
    <p:sldId id="2007579378" r:id="rId12"/>
    <p:sldId id="2007579384" r:id="rId13"/>
    <p:sldId id="2007579383" r:id="rId14"/>
    <p:sldId id="2007579385" r:id="rId15"/>
    <p:sldId id="2007579386" r:id="rId16"/>
  </p:sldIdLst>
  <p:sldSz cx="12192000" cy="6858000"/>
  <p:notesSz cx="6858000" cy="9144000"/>
  <p:custDataLst>
    <p:tags r:id="rId1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82C6"/>
    <a:srgbClr val="00AEEE"/>
    <a:srgbClr val="65D7FF"/>
    <a:srgbClr val="0FB2EF"/>
    <a:srgbClr val="A3E7FF"/>
    <a:srgbClr val="FCFAF9"/>
    <a:srgbClr val="00A1FA"/>
    <a:srgbClr val="00B0F0"/>
    <a:srgbClr val="FFC000"/>
    <a:srgbClr val="C9F1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6750" autoAdjust="0"/>
    <p:restoredTop sz="93920" autoAdjust="0"/>
  </p:normalViewPr>
  <p:slideViewPr>
    <p:cSldViewPr snapToGrid="0">
      <p:cViewPr varScale="1">
        <p:scale>
          <a:sx n="150" d="100"/>
          <a:sy n="150" d="100"/>
        </p:scale>
        <p:origin x="284" y="76"/>
      </p:cViewPr>
      <p:guideLst/>
    </p:cSldViewPr>
  </p:slideViewPr>
  <p:notesTextViewPr>
    <p:cViewPr>
      <p:scale>
        <a:sx n="3" d="2"/>
        <a:sy n="3" d="2"/>
      </p:scale>
      <p:origin x="0" y="0"/>
    </p:cViewPr>
  </p:notesTextViewPr>
  <p:sorterViewPr>
    <p:cViewPr>
      <p:scale>
        <a:sx n="100" d="100"/>
        <a:sy n="100" d="100"/>
      </p:scale>
      <p:origin x="0" y="0"/>
    </p:cViewPr>
  </p:sorterViewPr>
  <p:notesViewPr>
    <p:cSldViewPr snapToGrid="0">
      <p:cViewPr varScale="1">
        <p:scale>
          <a:sx n="83" d="100"/>
          <a:sy n="83" d="100"/>
        </p:scale>
        <p:origin x="3078" y="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dirty="0">
              <a:latin typeface=".萍方-简" panose="020B0800000000000000" pitchFamily="34" charset="-122"/>
              <a:ea typeface=".萍方-简" panose="020B0800000000000000" pitchFamily="3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2AAE93-D580-45F0-8898-A36A4FEDD30A}" type="datetimeFigureOut">
              <a:rPr lang="zh-CN" altLang="en-US" smtClean="0">
                <a:latin typeface=".萍方-简" panose="020B0800000000000000" pitchFamily="34" charset="-122"/>
                <a:ea typeface=".萍方-简" panose="020B0800000000000000" pitchFamily="34" charset="-122"/>
              </a:rPr>
              <a:t>2025/12/14</a:t>
            </a:fld>
            <a:endParaRPr lang="zh-CN" altLang="en-US" dirty="0">
              <a:latin typeface=".萍方-简" panose="020B0800000000000000" pitchFamily="34" charset="-122"/>
              <a:ea typeface=".萍方-简" panose="020B0800000000000000" pitchFamily="3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dirty="0">
              <a:latin typeface=".萍方-简" panose="020B0800000000000000" pitchFamily="34" charset="-122"/>
              <a:ea typeface=".萍方-简" panose="020B0800000000000000" pitchFamily="3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609BAB6-37C5-4F95-AF5E-3D4A464DD4B9}" type="slidenum">
              <a:rPr lang="zh-CN" altLang="en-US" smtClean="0">
                <a:latin typeface=".萍方-简" panose="020B0800000000000000" pitchFamily="34" charset="-122"/>
                <a:ea typeface=".萍方-简" panose="020B0800000000000000" pitchFamily="34" charset="-122"/>
              </a:rPr>
              <a:t>‹#›</a:t>
            </a:fld>
            <a:endParaRPr lang="zh-CN" altLang="en-US" dirty="0">
              <a:latin typeface=".萍方-简" panose="020B0800000000000000" pitchFamily="34" charset="-122"/>
              <a:ea typeface=".萍方-简" panose="020B0800000000000000" pitchFamily="34" charset="-122"/>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萍方-简" panose="020B0800000000000000" pitchFamily="34" charset="-122"/>
                <a:ea typeface=".萍方-简" panose="020B0800000000000000" pitchFamily="34"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萍方-简" panose="020B0800000000000000" pitchFamily="34" charset="-122"/>
                <a:ea typeface=".萍方-简" panose="020B0800000000000000" pitchFamily="34" charset="-122"/>
              </a:defRPr>
            </a:lvl1pPr>
          </a:lstStyle>
          <a:p>
            <a:fld id="{70D39618-8872-4093-BA23-5E1F304FB8F4}" type="datetimeFigureOut">
              <a:rPr lang="zh-CN" altLang="en-US" smtClean="0"/>
              <a:t>2025/12/14</a:t>
            </a:fld>
            <a:endParaRPr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萍方-简" panose="020B0800000000000000" pitchFamily="34" charset="-122"/>
                <a:ea typeface=".萍方-简" panose="020B0800000000000000" pitchFamily="34"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萍方-简" panose="020B0800000000000000" pitchFamily="34" charset="-122"/>
                <a:ea typeface=".萍方-简" panose="020B0800000000000000" pitchFamily="34" charset="-122"/>
              </a:defRPr>
            </a:lvl1pPr>
          </a:lstStyle>
          <a:p>
            <a:fld id="{6E1D8303-B003-48FE-8BD1-76725C22DCE8}" type="slidenum">
              <a:rPr lang="zh-CN" altLang="en-US" smtClean="0"/>
              <a:t>‹#›</a:t>
            </a:fld>
            <a:endParaRPr lang="zh-CN" alt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萍方-简" panose="020B0800000000000000" pitchFamily="34" charset="-122"/>
        <a:ea typeface=".萍方-简" panose="020B0800000000000000" pitchFamily="34" charset="-122"/>
        <a:cs typeface="+mn-cs"/>
      </a:defRPr>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29578A-B2D1-5BF7-AE16-401F3BC7848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25D16B7-6667-FB85-8516-667ECFCB754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7B62382-E500-B7B3-F266-D6CD4B84BD74}"/>
              </a:ext>
            </a:extLst>
          </p:cNvPr>
          <p:cNvSpPr>
            <a:spLocks noGrp="1"/>
          </p:cNvSpPr>
          <p:nvPr>
            <p:ph type="body" idx="1"/>
          </p:nvPr>
        </p:nvSpPr>
        <p:spPr/>
        <p:txBody>
          <a:bodyPr/>
          <a:lstStyle/>
          <a:p>
            <a:r>
              <a:rPr lang="zh-CN" altLang="en-US" b="0" i="0" dirty="0">
                <a:solidFill>
                  <a:srgbClr val="9196A1"/>
                </a:solidFill>
                <a:effectLst/>
                <a:highlight>
                  <a:srgbClr val="FFFFFF"/>
                </a:highlight>
                <a:latin typeface="-apple-system"/>
              </a:rPr>
              <a:t>提取信号分量 抑制交叉干扰项</a:t>
            </a:r>
            <a:endParaRPr lang="zh-CN" altLang="en-US" dirty="0"/>
          </a:p>
        </p:txBody>
      </p:sp>
      <p:sp>
        <p:nvSpPr>
          <p:cNvPr id="4" name="灯片编号占位符 3">
            <a:extLst>
              <a:ext uri="{FF2B5EF4-FFF2-40B4-BE49-F238E27FC236}">
                <a16:creationId xmlns:a16="http://schemas.microsoft.com/office/drawing/2014/main" id="{ACE28826-5576-AEDB-3487-D2992E8914D5}"/>
              </a:ext>
            </a:extLst>
          </p:cNvPr>
          <p:cNvSpPr>
            <a:spLocks noGrp="1"/>
          </p:cNvSpPr>
          <p:nvPr>
            <p:ph type="sldNum" sz="quarter" idx="5"/>
          </p:nvPr>
        </p:nvSpPr>
        <p:spPr/>
        <p:txBody>
          <a:bodyPr/>
          <a:lstStyle/>
          <a:p>
            <a:fld id="{6E1D8303-B003-48FE-8BD1-76725C22DCE8}" type="slidenum">
              <a:rPr lang="zh-CN" altLang="en-US" smtClean="0"/>
              <a:t>2</a:t>
            </a:fld>
            <a:endParaRPr lang="zh-CN" altLang="en-US" dirty="0"/>
          </a:p>
        </p:txBody>
      </p:sp>
    </p:spTree>
    <p:extLst>
      <p:ext uri="{BB962C8B-B14F-4D97-AF65-F5344CB8AC3E}">
        <p14:creationId xmlns:p14="http://schemas.microsoft.com/office/powerpoint/2010/main" val="5096983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2DC211-FC3F-5F2D-4866-76A85BD8843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DEBBB1D-CEB6-B332-59C0-DB1572258F2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4A91292-F3C1-8653-B212-749FD5C90A3D}"/>
              </a:ext>
            </a:extLst>
          </p:cNvPr>
          <p:cNvSpPr>
            <a:spLocks noGrp="1"/>
          </p:cNvSpPr>
          <p:nvPr>
            <p:ph type="body" idx="1"/>
          </p:nvPr>
        </p:nvSpPr>
        <p:spPr/>
        <p:txBody>
          <a:bodyPr/>
          <a:lstStyle/>
          <a:p>
            <a:r>
              <a:rPr lang="zh-CN" altLang="en-US" b="0" i="0" dirty="0">
                <a:solidFill>
                  <a:srgbClr val="9196A1"/>
                </a:solidFill>
                <a:effectLst/>
                <a:highlight>
                  <a:srgbClr val="FFFFFF"/>
                </a:highlight>
                <a:latin typeface="-apple-system"/>
              </a:rPr>
              <a:t>提取信号分量 抑制交叉干扰项</a:t>
            </a:r>
            <a:endParaRPr lang="zh-CN" altLang="en-US" dirty="0"/>
          </a:p>
        </p:txBody>
      </p:sp>
      <p:sp>
        <p:nvSpPr>
          <p:cNvPr id="4" name="灯片编号占位符 3">
            <a:extLst>
              <a:ext uri="{FF2B5EF4-FFF2-40B4-BE49-F238E27FC236}">
                <a16:creationId xmlns:a16="http://schemas.microsoft.com/office/drawing/2014/main" id="{7B641E9D-1AF7-67A1-903A-3E542485318F}"/>
              </a:ext>
            </a:extLst>
          </p:cNvPr>
          <p:cNvSpPr>
            <a:spLocks noGrp="1"/>
          </p:cNvSpPr>
          <p:nvPr>
            <p:ph type="sldNum" sz="quarter" idx="5"/>
          </p:nvPr>
        </p:nvSpPr>
        <p:spPr/>
        <p:txBody>
          <a:bodyPr/>
          <a:lstStyle/>
          <a:p>
            <a:fld id="{6E1D8303-B003-48FE-8BD1-76725C22DCE8}" type="slidenum">
              <a:rPr lang="zh-CN" altLang="en-US" smtClean="0"/>
              <a:t>3</a:t>
            </a:fld>
            <a:endParaRPr lang="zh-CN" altLang="en-US" dirty="0"/>
          </a:p>
        </p:txBody>
      </p:sp>
    </p:spTree>
    <p:extLst>
      <p:ext uri="{BB962C8B-B14F-4D97-AF65-F5344CB8AC3E}">
        <p14:creationId xmlns:p14="http://schemas.microsoft.com/office/powerpoint/2010/main" val="15745832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8AA99A-15CF-0B98-B12C-1ADDB1727AD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A50F0D5-C4FB-859E-5881-B4753B69A92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F10866B-2158-5E5C-FC4B-BC446863F945}"/>
              </a:ext>
            </a:extLst>
          </p:cNvPr>
          <p:cNvSpPr>
            <a:spLocks noGrp="1"/>
          </p:cNvSpPr>
          <p:nvPr>
            <p:ph type="body" idx="1"/>
          </p:nvPr>
        </p:nvSpPr>
        <p:spPr/>
        <p:txBody>
          <a:bodyPr/>
          <a:lstStyle/>
          <a:p>
            <a:r>
              <a:rPr lang="zh-CN" altLang="en-US" b="0" i="0" dirty="0">
                <a:solidFill>
                  <a:srgbClr val="9196A1"/>
                </a:solidFill>
                <a:effectLst/>
                <a:highlight>
                  <a:srgbClr val="FFFFFF"/>
                </a:highlight>
                <a:latin typeface="-apple-system"/>
              </a:rPr>
              <a:t>提取信号分量 抑制交叉干扰项</a:t>
            </a:r>
            <a:endParaRPr lang="zh-CN" altLang="en-US" dirty="0"/>
          </a:p>
        </p:txBody>
      </p:sp>
      <p:sp>
        <p:nvSpPr>
          <p:cNvPr id="4" name="灯片编号占位符 3">
            <a:extLst>
              <a:ext uri="{FF2B5EF4-FFF2-40B4-BE49-F238E27FC236}">
                <a16:creationId xmlns:a16="http://schemas.microsoft.com/office/drawing/2014/main" id="{13CD2FA5-AFAE-9747-CC11-86C40A86DA82}"/>
              </a:ext>
            </a:extLst>
          </p:cNvPr>
          <p:cNvSpPr>
            <a:spLocks noGrp="1"/>
          </p:cNvSpPr>
          <p:nvPr>
            <p:ph type="sldNum" sz="quarter" idx="5"/>
          </p:nvPr>
        </p:nvSpPr>
        <p:spPr/>
        <p:txBody>
          <a:bodyPr/>
          <a:lstStyle/>
          <a:p>
            <a:fld id="{6E1D8303-B003-48FE-8BD1-76725C22DCE8}" type="slidenum">
              <a:rPr lang="zh-CN" altLang="en-US" smtClean="0"/>
              <a:t>4</a:t>
            </a:fld>
            <a:endParaRPr lang="zh-CN" altLang="en-US" dirty="0"/>
          </a:p>
        </p:txBody>
      </p:sp>
    </p:spTree>
    <p:extLst>
      <p:ext uri="{BB962C8B-B14F-4D97-AF65-F5344CB8AC3E}">
        <p14:creationId xmlns:p14="http://schemas.microsoft.com/office/powerpoint/2010/main" val="10901991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049A5A-C787-B19F-7079-FE409595FC7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0EC8743-163A-8211-A5AE-A5A9EB48B9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658F655-C9F4-3881-862E-2AD4E61668D4}"/>
              </a:ext>
            </a:extLst>
          </p:cNvPr>
          <p:cNvSpPr>
            <a:spLocks noGrp="1"/>
          </p:cNvSpPr>
          <p:nvPr>
            <p:ph type="body" idx="1"/>
          </p:nvPr>
        </p:nvSpPr>
        <p:spPr/>
        <p:txBody>
          <a:bodyPr/>
          <a:lstStyle/>
          <a:p>
            <a:r>
              <a:rPr lang="zh-CN" altLang="en-US" b="0" i="0" dirty="0">
                <a:solidFill>
                  <a:srgbClr val="9196A1"/>
                </a:solidFill>
                <a:effectLst/>
                <a:highlight>
                  <a:srgbClr val="FFFFFF"/>
                </a:highlight>
                <a:latin typeface="-apple-system"/>
              </a:rPr>
              <a:t>提取信号分量 抑制交叉干扰项</a:t>
            </a:r>
            <a:endParaRPr lang="zh-CN" altLang="en-US" dirty="0"/>
          </a:p>
        </p:txBody>
      </p:sp>
      <p:sp>
        <p:nvSpPr>
          <p:cNvPr id="4" name="灯片编号占位符 3">
            <a:extLst>
              <a:ext uri="{FF2B5EF4-FFF2-40B4-BE49-F238E27FC236}">
                <a16:creationId xmlns:a16="http://schemas.microsoft.com/office/drawing/2014/main" id="{2CE7F753-D316-56C2-91FE-A1DFA99153B4}"/>
              </a:ext>
            </a:extLst>
          </p:cNvPr>
          <p:cNvSpPr>
            <a:spLocks noGrp="1"/>
          </p:cNvSpPr>
          <p:nvPr>
            <p:ph type="sldNum" sz="quarter" idx="5"/>
          </p:nvPr>
        </p:nvSpPr>
        <p:spPr/>
        <p:txBody>
          <a:bodyPr/>
          <a:lstStyle/>
          <a:p>
            <a:fld id="{6E1D8303-B003-48FE-8BD1-76725C22DCE8}" type="slidenum">
              <a:rPr lang="zh-CN" altLang="en-US" smtClean="0"/>
              <a:t>5</a:t>
            </a:fld>
            <a:endParaRPr lang="zh-CN" altLang="en-US" dirty="0"/>
          </a:p>
        </p:txBody>
      </p:sp>
    </p:spTree>
    <p:extLst>
      <p:ext uri="{BB962C8B-B14F-4D97-AF65-F5344CB8AC3E}">
        <p14:creationId xmlns:p14="http://schemas.microsoft.com/office/powerpoint/2010/main" val="14616218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7323D5-7262-5B99-FB82-1E091F607F0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3F0DBBA-18D7-A778-907F-0FFE40CD3CE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0EDC2D6-0B0B-987F-67F6-7F42EE6BA681}"/>
              </a:ext>
            </a:extLst>
          </p:cNvPr>
          <p:cNvSpPr>
            <a:spLocks noGrp="1"/>
          </p:cNvSpPr>
          <p:nvPr>
            <p:ph type="body" idx="1"/>
          </p:nvPr>
        </p:nvSpPr>
        <p:spPr/>
        <p:txBody>
          <a:bodyPr/>
          <a:lstStyle/>
          <a:p>
            <a:r>
              <a:rPr lang="zh-CN" altLang="en-US" b="0" i="0" dirty="0">
                <a:solidFill>
                  <a:srgbClr val="9196A1"/>
                </a:solidFill>
                <a:effectLst/>
                <a:highlight>
                  <a:srgbClr val="FFFFFF"/>
                </a:highlight>
                <a:latin typeface="-apple-system"/>
              </a:rPr>
              <a:t>提取信号分量 抑制交叉干扰项</a:t>
            </a:r>
            <a:endParaRPr lang="zh-CN" altLang="en-US" dirty="0"/>
          </a:p>
        </p:txBody>
      </p:sp>
      <p:sp>
        <p:nvSpPr>
          <p:cNvPr id="4" name="灯片编号占位符 3">
            <a:extLst>
              <a:ext uri="{FF2B5EF4-FFF2-40B4-BE49-F238E27FC236}">
                <a16:creationId xmlns:a16="http://schemas.microsoft.com/office/drawing/2014/main" id="{639067EE-01C5-0E59-B3FD-7E75AD1680FE}"/>
              </a:ext>
            </a:extLst>
          </p:cNvPr>
          <p:cNvSpPr>
            <a:spLocks noGrp="1"/>
          </p:cNvSpPr>
          <p:nvPr>
            <p:ph type="sldNum" sz="quarter" idx="5"/>
          </p:nvPr>
        </p:nvSpPr>
        <p:spPr/>
        <p:txBody>
          <a:bodyPr/>
          <a:lstStyle/>
          <a:p>
            <a:fld id="{6E1D8303-B003-48FE-8BD1-76725C22DCE8}" type="slidenum">
              <a:rPr lang="zh-CN" altLang="en-US" smtClean="0"/>
              <a:t>6</a:t>
            </a:fld>
            <a:endParaRPr lang="zh-CN" altLang="en-US" dirty="0"/>
          </a:p>
        </p:txBody>
      </p:sp>
    </p:spTree>
    <p:extLst>
      <p:ext uri="{BB962C8B-B14F-4D97-AF65-F5344CB8AC3E}">
        <p14:creationId xmlns:p14="http://schemas.microsoft.com/office/powerpoint/2010/main" val="5086305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9D726A-61DA-974E-403B-576F1134AE4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E0A18CE-CE3F-3E87-672E-CDACE1D234F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C2404B8-8EC6-CDB7-44E5-72E1829059BA}"/>
              </a:ext>
            </a:extLst>
          </p:cNvPr>
          <p:cNvSpPr>
            <a:spLocks noGrp="1"/>
          </p:cNvSpPr>
          <p:nvPr>
            <p:ph type="body" idx="1"/>
          </p:nvPr>
        </p:nvSpPr>
        <p:spPr/>
        <p:txBody>
          <a:bodyPr/>
          <a:lstStyle/>
          <a:p>
            <a:r>
              <a:rPr lang="zh-CN" altLang="en-US" b="0" i="0" dirty="0">
                <a:solidFill>
                  <a:srgbClr val="9196A1"/>
                </a:solidFill>
                <a:effectLst/>
                <a:highlight>
                  <a:srgbClr val="FFFFFF"/>
                </a:highlight>
                <a:latin typeface="-apple-system"/>
              </a:rPr>
              <a:t>提取信号分量 抑制交叉干扰项</a:t>
            </a:r>
            <a:endParaRPr lang="zh-CN" altLang="en-US" dirty="0"/>
          </a:p>
        </p:txBody>
      </p:sp>
      <p:sp>
        <p:nvSpPr>
          <p:cNvPr id="4" name="灯片编号占位符 3">
            <a:extLst>
              <a:ext uri="{FF2B5EF4-FFF2-40B4-BE49-F238E27FC236}">
                <a16:creationId xmlns:a16="http://schemas.microsoft.com/office/drawing/2014/main" id="{E74228C0-B0EC-85A3-9BAC-C0FFEBAA0F7A}"/>
              </a:ext>
            </a:extLst>
          </p:cNvPr>
          <p:cNvSpPr>
            <a:spLocks noGrp="1"/>
          </p:cNvSpPr>
          <p:nvPr>
            <p:ph type="sldNum" sz="quarter" idx="5"/>
          </p:nvPr>
        </p:nvSpPr>
        <p:spPr/>
        <p:txBody>
          <a:bodyPr/>
          <a:lstStyle/>
          <a:p>
            <a:fld id="{6E1D8303-B003-48FE-8BD1-76725C22DCE8}" type="slidenum">
              <a:rPr lang="zh-CN" altLang="en-US" smtClean="0"/>
              <a:t>7</a:t>
            </a:fld>
            <a:endParaRPr lang="zh-CN" altLang="en-US" dirty="0"/>
          </a:p>
        </p:txBody>
      </p:sp>
    </p:spTree>
    <p:extLst>
      <p:ext uri="{BB962C8B-B14F-4D97-AF65-F5344CB8AC3E}">
        <p14:creationId xmlns:p14="http://schemas.microsoft.com/office/powerpoint/2010/main" val="17841909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3A2FD3-C9EB-B90D-2326-A2096047D2E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48A5E4B-16DB-6235-8134-FEB83653A54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FCB39E2-0C49-A5BB-F477-101AF3681438}"/>
              </a:ext>
            </a:extLst>
          </p:cNvPr>
          <p:cNvSpPr>
            <a:spLocks noGrp="1"/>
          </p:cNvSpPr>
          <p:nvPr>
            <p:ph type="body" idx="1"/>
          </p:nvPr>
        </p:nvSpPr>
        <p:spPr/>
        <p:txBody>
          <a:bodyPr/>
          <a:lstStyle/>
          <a:p>
            <a:r>
              <a:rPr lang="zh-CN" altLang="en-US" b="0" i="0" dirty="0">
                <a:solidFill>
                  <a:srgbClr val="9196A1"/>
                </a:solidFill>
                <a:effectLst/>
                <a:highlight>
                  <a:srgbClr val="FFFFFF"/>
                </a:highlight>
                <a:latin typeface="-apple-system"/>
              </a:rPr>
              <a:t>提取信号分量 抑制交叉干扰项</a:t>
            </a:r>
            <a:endParaRPr lang="zh-CN" altLang="en-US" dirty="0"/>
          </a:p>
        </p:txBody>
      </p:sp>
      <p:sp>
        <p:nvSpPr>
          <p:cNvPr id="4" name="灯片编号占位符 3">
            <a:extLst>
              <a:ext uri="{FF2B5EF4-FFF2-40B4-BE49-F238E27FC236}">
                <a16:creationId xmlns:a16="http://schemas.microsoft.com/office/drawing/2014/main" id="{673FE8DC-BCEB-EBD2-FC21-EA10D6F427CF}"/>
              </a:ext>
            </a:extLst>
          </p:cNvPr>
          <p:cNvSpPr>
            <a:spLocks noGrp="1"/>
          </p:cNvSpPr>
          <p:nvPr>
            <p:ph type="sldNum" sz="quarter" idx="5"/>
          </p:nvPr>
        </p:nvSpPr>
        <p:spPr/>
        <p:txBody>
          <a:bodyPr/>
          <a:lstStyle/>
          <a:p>
            <a:fld id="{6E1D8303-B003-48FE-8BD1-76725C22DCE8}" type="slidenum">
              <a:rPr lang="zh-CN" altLang="en-US" smtClean="0"/>
              <a:t>8</a:t>
            </a:fld>
            <a:endParaRPr lang="zh-CN" altLang="en-US" dirty="0"/>
          </a:p>
        </p:txBody>
      </p:sp>
    </p:spTree>
    <p:extLst>
      <p:ext uri="{BB962C8B-B14F-4D97-AF65-F5344CB8AC3E}">
        <p14:creationId xmlns:p14="http://schemas.microsoft.com/office/powerpoint/2010/main" val="6843811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FE3E3A-8E22-D198-4A5A-443FB9E3827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ADAFEAE-A6BE-2241-E640-E8B6162C080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9EFC91A-D9CE-15CF-E9DC-DD81DABEFF57}"/>
              </a:ext>
            </a:extLst>
          </p:cNvPr>
          <p:cNvSpPr>
            <a:spLocks noGrp="1"/>
          </p:cNvSpPr>
          <p:nvPr>
            <p:ph type="body" idx="1"/>
          </p:nvPr>
        </p:nvSpPr>
        <p:spPr/>
        <p:txBody>
          <a:bodyPr/>
          <a:lstStyle/>
          <a:p>
            <a:r>
              <a:rPr lang="zh-CN" altLang="en-US" b="0" i="0" dirty="0">
                <a:solidFill>
                  <a:srgbClr val="9196A1"/>
                </a:solidFill>
                <a:effectLst/>
                <a:highlight>
                  <a:srgbClr val="FFFFFF"/>
                </a:highlight>
                <a:latin typeface="-apple-system"/>
              </a:rPr>
              <a:t>提取信号分量 抑制交叉干扰项</a:t>
            </a:r>
            <a:endParaRPr lang="zh-CN" altLang="en-US" dirty="0"/>
          </a:p>
        </p:txBody>
      </p:sp>
      <p:sp>
        <p:nvSpPr>
          <p:cNvPr id="4" name="灯片编号占位符 3">
            <a:extLst>
              <a:ext uri="{FF2B5EF4-FFF2-40B4-BE49-F238E27FC236}">
                <a16:creationId xmlns:a16="http://schemas.microsoft.com/office/drawing/2014/main" id="{3A21B539-5A18-A349-35AA-7ECB192441D3}"/>
              </a:ext>
            </a:extLst>
          </p:cNvPr>
          <p:cNvSpPr>
            <a:spLocks noGrp="1"/>
          </p:cNvSpPr>
          <p:nvPr>
            <p:ph type="sldNum" sz="quarter" idx="5"/>
          </p:nvPr>
        </p:nvSpPr>
        <p:spPr/>
        <p:txBody>
          <a:bodyPr/>
          <a:lstStyle/>
          <a:p>
            <a:fld id="{6E1D8303-B003-48FE-8BD1-76725C22DCE8}" type="slidenum">
              <a:rPr lang="zh-CN" altLang="en-US" smtClean="0"/>
              <a:t>9</a:t>
            </a:fld>
            <a:endParaRPr lang="zh-CN" altLang="en-US" dirty="0"/>
          </a:p>
        </p:txBody>
      </p:sp>
    </p:spTree>
    <p:extLst>
      <p:ext uri="{BB962C8B-B14F-4D97-AF65-F5344CB8AC3E}">
        <p14:creationId xmlns:p14="http://schemas.microsoft.com/office/powerpoint/2010/main" val="37446586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FE0222-7B09-A6AD-228D-EC176831DF4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EEBC8EF-EC46-53C5-5AEA-ECFAE44F4C5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EC4748A-7888-6E62-4C8D-64BC70FC4BAC}"/>
              </a:ext>
            </a:extLst>
          </p:cNvPr>
          <p:cNvSpPr>
            <a:spLocks noGrp="1"/>
          </p:cNvSpPr>
          <p:nvPr>
            <p:ph type="body" idx="1"/>
          </p:nvPr>
        </p:nvSpPr>
        <p:spPr/>
        <p:txBody>
          <a:bodyPr/>
          <a:lstStyle/>
          <a:p>
            <a:r>
              <a:rPr lang="zh-CN" altLang="en-US" b="0" i="0" dirty="0">
                <a:solidFill>
                  <a:srgbClr val="9196A1"/>
                </a:solidFill>
                <a:effectLst/>
                <a:highlight>
                  <a:srgbClr val="FFFFFF"/>
                </a:highlight>
                <a:latin typeface="-apple-system"/>
              </a:rPr>
              <a:t>提取信号分量 抑制交叉干扰项</a:t>
            </a:r>
            <a:endParaRPr lang="zh-CN" altLang="en-US" dirty="0"/>
          </a:p>
        </p:txBody>
      </p:sp>
      <p:sp>
        <p:nvSpPr>
          <p:cNvPr id="4" name="灯片编号占位符 3">
            <a:extLst>
              <a:ext uri="{FF2B5EF4-FFF2-40B4-BE49-F238E27FC236}">
                <a16:creationId xmlns:a16="http://schemas.microsoft.com/office/drawing/2014/main" id="{B5C6F18C-1D1F-426D-9FA3-6548149CB624}"/>
              </a:ext>
            </a:extLst>
          </p:cNvPr>
          <p:cNvSpPr>
            <a:spLocks noGrp="1"/>
          </p:cNvSpPr>
          <p:nvPr>
            <p:ph type="sldNum" sz="quarter" idx="5"/>
          </p:nvPr>
        </p:nvSpPr>
        <p:spPr/>
        <p:txBody>
          <a:bodyPr/>
          <a:lstStyle/>
          <a:p>
            <a:fld id="{6E1D8303-B003-48FE-8BD1-76725C22DCE8}" type="slidenum">
              <a:rPr lang="zh-CN" altLang="en-US" smtClean="0"/>
              <a:t>11</a:t>
            </a:fld>
            <a:endParaRPr lang="zh-CN" altLang="en-US" dirty="0"/>
          </a:p>
        </p:txBody>
      </p:sp>
    </p:spTree>
    <p:extLst>
      <p:ext uri="{BB962C8B-B14F-4D97-AF65-F5344CB8AC3E}">
        <p14:creationId xmlns:p14="http://schemas.microsoft.com/office/powerpoint/2010/main" val="4061912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470340-915F-863C-6645-62F8B990625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3463496-6718-936B-DCBB-C63E425A4FA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A23D96F-5594-EC12-21CE-F1AA858E5D8E}"/>
              </a:ext>
            </a:extLst>
          </p:cNvPr>
          <p:cNvSpPr>
            <a:spLocks noGrp="1"/>
          </p:cNvSpPr>
          <p:nvPr>
            <p:ph type="body" idx="1"/>
          </p:nvPr>
        </p:nvSpPr>
        <p:spPr/>
        <p:txBody>
          <a:bodyPr/>
          <a:lstStyle/>
          <a:p>
            <a:r>
              <a:rPr lang="zh-CN" altLang="en-US" b="0" i="0" dirty="0">
                <a:solidFill>
                  <a:srgbClr val="9196A1"/>
                </a:solidFill>
                <a:effectLst/>
                <a:highlight>
                  <a:srgbClr val="FFFFFF"/>
                </a:highlight>
                <a:latin typeface="-apple-system"/>
              </a:rPr>
              <a:t>提取信号分量 抑制交叉干扰项</a:t>
            </a:r>
            <a:endParaRPr lang="zh-CN" altLang="en-US" dirty="0"/>
          </a:p>
        </p:txBody>
      </p:sp>
      <p:sp>
        <p:nvSpPr>
          <p:cNvPr id="4" name="灯片编号占位符 3">
            <a:extLst>
              <a:ext uri="{FF2B5EF4-FFF2-40B4-BE49-F238E27FC236}">
                <a16:creationId xmlns:a16="http://schemas.microsoft.com/office/drawing/2014/main" id="{04D0AF09-0173-6812-ED37-4561D5A1A715}"/>
              </a:ext>
            </a:extLst>
          </p:cNvPr>
          <p:cNvSpPr>
            <a:spLocks noGrp="1"/>
          </p:cNvSpPr>
          <p:nvPr>
            <p:ph type="sldNum" sz="quarter" idx="5"/>
          </p:nvPr>
        </p:nvSpPr>
        <p:spPr/>
        <p:txBody>
          <a:bodyPr/>
          <a:lstStyle/>
          <a:p>
            <a:fld id="{6E1D8303-B003-48FE-8BD1-76725C22DCE8}" type="slidenum">
              <a:rPr lang="zh-CN" altLang="en-US" smtClean="0"/>
              <a:t>12</a:t>
            </a:fld>
            <a:endParaRPr lang="zh-CN" altLang="en-US" dirty="0"/>
          </a:p>
        </p:txBody>
      </p:sp>
    </p:spTree>
    <p:extLst>
      <p:ext uri="{BB962C8B-B14F-4D97-AF65-F5344CB8AC3E}">
        <p14:creationId xmlns:p14="http://schemas.microsoft.com/office/powerpoint/2010/main" val="29395842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00EFBC-6D85-76A1-BDDB-06ABAE63A4C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657A04A-D4D8-E004-F429-2632C43AD9C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69686E0-025E-2B8B-5BFA-E8900568AA38}"/>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DBDD1B3A-189B-EFC6-A17C-66361290B6D5}"/>
              </a:ext>
            </a:extLst>
          </p:cNvPr>
          <p:cNvSpPr>
            <a:spLocks noGrp="1"/>
          </p:cNvSpPr>
          <p:nvPr>
            <p:ph type="sldNum" sz="quarter" idx="5"/>
          </p:nvPr>
        </p:nvSpPr>
        <p:spPr/>
        <p:txBody>
          <a:bodyPr/>
          <a:lstStyle/>
          <a:p>
            <a:fld id="{6E1D8303-B003-48FE-8BD1-76725C22DCE8}" type="slidenum">
              <a:rPr lang="zh-CN" altLang="en-US" smtClean="0"/>
              <a:t>13</a:t>
            </a:fld>
            <a:endParaRPr lang="zh-CN" altLang="en-US" dirty="0"/>
          </a:p>
        </p:txBody>
      </p:sp>
    </p:spTree>
    <p:extLst>
      <p:ext uri="{BB962C8B-B14F-4D97-AF65-F5344CB8AC3E}">
        <p14:creationId xmlns:p14="http://schemas.microsoft.com/office/powerpoint/2010/main" val="13533006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6B2C56-6115-6E4A-4840-34DCE43EBD0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0C512E7-A835-89A3-9477-E4A4A0B5456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F9105F1-0176-2007-B59B-EC1DBF1ED92F}"/>
              </a:ext>
            </a:extLst>
          </p:cNvPr>
          <p:cNvSpPr>
            <a:spLocks noGrp="1"/>
          </p:cNvSpPr>
          <p:nvPr>
            <p:ph type="body" idx="1"/>
          </p:nvPr>
        </p:nvSpPr>
        <p:spPr/>
        <p:txBody>
          <a:bodyPr/>
          <a:lstStyle/>
          <a:p>
            <a:r>
              <a:rPr lang="zh-CN" altLang="en-US" b="0" i="0" dirty="0">
                <a:solidFill>
                  <a:srgbClr val="9196A1"/>
                </a:solidFill>
                <a:effectLst/>
                <a:highlight>
                  <a:srgbClr val="FFFFFF"/>
                </a:highlight>
                <a:latin typeface="-apple-system"/>
              </a:rPr>
              <a:t>提取信号分量 抑制交叉干扰项</a:t>
            </a:r>
            <a:endParaRPr lang="zh-CN" altLang="en-US" dirty="0"/>
          </a:p>
        </p:txBody>
      </p:sp>
      <p:sp>
        <p:nvSpPr>
          <p:cNvPr id="4" name="灯片编号占位符 3">
            <a:extLst>
              <a:ext uri="{FF2B5EF4-FFF2-40B4-BE49-F238E27FC236}">
                <a16:creationId xmlns:a16="http://schemas.microsoft.com/office/drawing/2014/main" id="{492F30F7-C268-485A-A0D3-DAA47BB09D2C}"/>
              </a:ext>
            </a:extLst>
          </p:cNvPr>
          <p:cNvSpPr>
            <a:spLocks noGrp="1"/>
          </p:cNvSpPr>
          <p:nvPr>
            <p:ph type="sldNum" sz="quarter" idx="5"/>
          </p:nvPr>
        </p:nvSpPr>
        <p:spPr/>
        <p:txBody>
          <a:bodyPr/>
          <a:lstStyle/>
          <a:p>
            <a:fld id="{6E1D8303-B003-48FE-8BD1-76725C22DCE8}" type="slidenum">
              <a:rPr lang="zh-CN" altLang="en-US" smtClean="0"/>
              <a:t>15</a:t>
            </a:fld>
            <a:endParaRPr lang="zh-CN" altLang="en-US" dirty="0"/>
          </a:p>
        </p:txBody>
      </p:sp>
    </p:spTree>
    <p:extLst>
      <p:ext uri="{BB962C8B-B14F-4D97-AF65-F5344CB8AC3E}">
        <p14:creationId xmlns:p14="http://schemas.microsoft.com/office/powerpoint/2010/main" val="16993351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atin typeface=".萍方-简" panose="020B0800000000000000" pitchFamily="34" charset="-122"/>
                <a:ea typeface=".萍方-简" panose="020B0800000000000000" pitchFamily="34" charset="-122"/>
              </a:defRPr>
            </a:lvl1pPr>
          </a:lstStyle>
          <a:p>
            <a:r>
              <a:rPr lang="zh-CN" altLang="en-US" dirty="0"/>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atin typeface=".萍方-简" panose="020B0800000000000000" pitchFamily="34" charset="-122"/>
                <a:ea typeface=".萍方-简" panose="020B0800000000000000"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sp>
        <p:nvSpPr>
          <p:cNvPr id="4" name="日期占位符 3"/>
          <p:cNvSpPr>
            <a:spLocks noGrp="1"/>
          </p:cNvSpPr>
          <p:nvPr>
            <p:ph type="dt" sz="half" idx="10"/>
          </p:nvPr>
        </p:nvSpPr>
        <p:spPr/>
        <p:txBody>
          <a:bodyPr/>
          <a:lstStyle>
            <a:lvl1pPr>
              <a:defRPr>
                <a:latin typeface=".萍方-简" panose="020B0800000000000000" pitchFamily="34" charset="-122"/>
                <a:ea typeface=".萍方-简" panose="020B0800000000000000" pitchFamily="34" charset="-122"/>
              </a:defRPr>
            </a:lvl1pPr>
          </a:lstStyle>
          <a:p>
            <a:fld id="{4CD64F9C-7D91-4A90-A7C7-DCB696AB5870}" type="datetimeFigureOut">
              <a:rPr lang="zh-CN" altLang="en-US" smtClean="0"/>
              <a:t>2025/12/14</a:t>
            </a:fld>
            <a:endParaRPr lang="zh-CN" altLang="en-US" dirty="0"/>
          </a:p>
        </p:txBody>
      </p:sp>
      <p:sp>
        <p:nvSpPr>
          <p:cNvPr id="5" name="页脚占位符 4"/>
          <p:cNvSpPr>
            <a:spLocks noGrp="1"/>
          </p:cNvSpPr>
          <p:nvPr>
            <p:ph type="ftr" sz="quarter" idx="11"/>
          </p:nvPr>
        </p:nvSpPr>
        <p:spPr/>
        <p:txBody>
          <a:bodyPr/>
          <a:lstStyle>
            <a:lvl1pPr>
              <a:defRPr>
                <a:latin typeface=".萍方-简" panose="020B0800000000000000" pitchFamily="34" charset="-122"/>
                <a:ea typeface=".萍方-简" panose="020B0800000000000000" pitchFamily="34" charset="-122"/>
              </a:defRPr>
            </a:lvl1pPr>
          </a:lstStyle>
          <a:p>
            <a:endParaRPr lang="zh-CN" altLang="en-US" dirty="0"/>
          </a:p>
        </p:txBody>
      </p:sp>
      <p:sp>
        <p:nvSpPr>
          <p:cNvPr id="6" name="灯片编号占位符 5"/>
          <p:cNvSpPr>
            <a:spLocks noGrp="1"/>
          </p:cNvSpPr>
          <p:nvPr>
            <p:ph type="sldNum" sz="quarter" idx="12"/>
          </p:nvPr>
        </p:nvSpPr>
        <p:spPr/>
        <p:txBody>
          <a:bodyPr/>
          <a:lstStyle>
            <a:lvl1pPr>
              <a:defRPr>
                <a:latin typeface=".萍方-简" panose="020B0800000000000000" pitchFamily="34" charset="-122"/>
                <a:ea typeface=".萍方-简" panose="020B0800000000000000" pitchFamily="34" charset="-122"/>
              </a:defRPr>
            </a:lvl1pPr>
          </a:lstStyle>
          <a:p>
            <a:fld id="{3EF7CE9F-78FD-4E41-AC0E-9F5E8DC0D563}" type="slidenum">
              <a:rPr lang="zh-CN" altLang="en-US" smtClean="0"/>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萍方-简" panose="020B0800000000000000" pitchFamily="34" charset="-122"/>
                <a:ea typeface=".萍方-简" panose="020B0800000000000000" pitchFamily="34" charset="-122"/>
              </a:defRPr>
            </a:lvl1pPr>
          </a:lstStyle>
          <a:p>
            <a:r>
              <a:rPr lang="zh-CN" altLang="en-US" dirty="0"/>
              <a:t>单击此处编辑母版标题样式</a:t>
            </a:r>
          </a:p>
        </p:txBody>
      </p:sp>
      <p:sp>
        <p:nvSpPr>
          <p:cNvPr id="3" name="内容占位符 2"/>
          <p:cNvSpPr>
            <a:spLocks noGrp="1"/>
          </p:cNvSpPr>
          <p:nvPr>
            <p:ph idx="1"/>
          </p:nvPr>
        </p:nvSpPr>
        <p:spPr/>
        <p:txBody>
          <a:bodyPr/>
          <a:lstStyle>
            <a:lvl1pPr>
              <a:defRPr>
                <a:latin typeface=".萍方-简" panose="020B0800000000000000" pitchFamily="34" charset="-122"/>
                <a:ea typeface=".萍方-简" panose="020B0800000000000000" pitchFamily="34" charset="-122"/>
              </a:defRPr>
            </a:lvl1pPr>
            <a:lvl2pPr>
              <a:defRPr>
                <a:latin typeface=".萍方-简" panose="020B0800000000000000" pitchFamily="34" charset="-122"/>
                <a:ea typeface=".萍方-简" panose="020B0800000000000000" pitchFamily="34" charset="-122"/>
              </a:defRPr>
            </a:lvl2pPr>
            <a:lvl3pPr>
              <a:defRPr>
                <a:latin typeface=".萍方-简" panose="020B0800000000000000" pitchFamily="34" charset="-122"/>
                <a:ea typeface=".萍方-简" panose="020B0800000000000000" pitchFamily="34" charset="-122"/>
              </a:defRPr>
            </a:lvl3pPr>
            <a:lvl4pPr>
              <a:defRPr>
                <a:latin typeface=".萍方-简" panose="020B0800000000000000" pitchFamily="34" charset="-122"/>
                <a:ea typeface=".萍方-简" panose="020B0800000000000000" pitchFamily="34" charset="-122"/>
              </a:defRPr>
            </a:lvl4pPr>
            <a:lvl5pPr>
              <a:defRPr>
                <a:latin typeface=".萍方-简" panose="020B0800000000000000" pitchFamily="34" charset="-122"/>
                <a:ea typeface=".萍方-简" panose="020B0800000000000000" pitchFamily="34" charset="-122"/>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日期占位符 3"/>
          <p:cNvSpPr>
            <a:spLocks noGrp="1"/>
          </p:cNvSpPr>
          <p:nvPr>
            <p:ph type="dt" sz="half" idx="10"/>
          </p:nvPr>
        </p:nvSpPr>
        <p:spPr/>
        <p:txBody>
          <a:bodyPr/>
          <a:lstStyle>
            <a:lvl1pPr>
              <a:defRPr>
                <a:latin typeface=".萍方-简" panose="020B0800000000000000" pitchFamily="34" charset="-122"/>
                <a:ea typeface=".萍方-简" panose="020B0800000000000000" pitchFamily="34" charset="-122"/>
              </a:defRPr>
            </a:lvl1pPr>
          </a:lstStyle>
          <a:p>
            <a:fld id="{4CD64F9C-7D91-4A90-A7C7-DCB696AB5870}" type="datetimeFigureOut">
              <a:rPr lang="zh-CN" altLang="en-US" smtClean="0"/>
              <a:t>2025/12/14</a:t>
            </a:fld>
            <a:endParaRPr lang="zh-CN" altLang="en-US" dirty="0"/>
          </a:p>
        </p:txBody>
      </p:sp>
      <p:sp>
        <p:nvSpPr>
          <p:cNvPr id="5" name="页脚占位符 4"/>
          <p:cNvSpPr>
            <a:spLocks noGrp="1"/>
          </p:cNvSpPr>
          <p:nvPr>
            <p:ph type="ftr" sz="quarter" idx="11"/>
          </p:nvPr>
        </p:nvSpPr>
        <p:spPr/>
        <p:txBody>
          <a:bodyPr/>
          <a:lstStyle>
            <a:lvl1pPr>
              <a:defRPr>
                <a:latin typeface=".萍方-简" panose="020B0800000000000000" pitchFamily="34" charset="-122"/>
                <a:ea typeface=".萍方-简" panose="020B0800000000000000" pitchFamily="34" charset="-122"/>
              </a:defRPr>
            </a:lvl1pPr>
          </a:lstStyle>
          <a:p>
            <a:endParaRPr lang="zh-CN" altLang="en-US" dirty="0"/>
          </a:p>
        </p:txBody>
      </p:sp>
      <p:sp>
        <p:nvSpPr>
          <p:cNvPr id="6" name="灯片编号占位符 5"/>
          <p:cNvSpPr>
            <a:spLocks noGrp="1"/>
          </p:cNvSpPr>
          <p:nvPr>
            <p:ph type="sldNum" sz="quarter" idx="12"/>
          </p:nvPr>
        </p:nvSpPr>
        <p:spPr/>
        <p:txBody>
          <a:bodyPr/>
          <a:lstStyle>
            <a:lvl1pPr>
              <a:defRPr>
                <a:latin typeface=".萍方-简" panose="020B0800000000000000" pitchFamily="34" charset="-122"/>
                <a:ea typeface=".萍方-简" panose="020B0800000000000000" pitchFamily="34" charset="-122"/>
              </a:defRPr>
            </a:lvl1pPr>
          </a:lstStyle>
          <a:p>
            <a:fld id="{3EF7CE9F-78FD-4E41-AC0E-9F5E8DC0D563}" type="slidenum">
              <a:rPr lang="zh-CN" altLang="en-US" smtClean="0"/>
              <a:t>‹#›</a:t>
            </a:fld>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atin typeface=".萍方-简" panose="020B0800000000000000" pitchFamily="34" charset="-122"/>
                <a:ea typeface=".萍方-简" panose="020B0800000000000000" pitchFamily="34" charset="-122"/>
              </a:defRPr>
            </a:lvl1pPr>
          </a:lstStyle>
          <a:p>
            <a:r>
              <a:rPr lang="zh-CN" altLang="en-US" dirty="0"/>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latin typeface=".萍方-简" panose="020B0800000000000000" pitchFamily="34" charset="-122"/>
                <a:ea typeface=".萍方-简" panose="020B0800000000000000" pitchFamily="34" charset="-122"/>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p>
        </p:txBody>
      </p:sp>
      <p:sp>
        <p:nvSpPr>
          <p:cNvPr id="4" name="日期占位符 3"/>
          <p:cNvSpPr>
            <a:spLocks noGrp="1"/>
          </p:cNvSpPr>
          <p:nvPr>
            <p:ph type="dt" sz="half" idx="10"/>
          </p:nvPr>
        </p:nvSpPr>
        <p:spPr/>
        <p:txBody>
          <a:bodyPr/>
          <a:lstStyle>
            <a:lvl1pPr>
              <a:defRPr>
                <a:latin typeface=".萍方-简" panose="020B0800000000000000" pitchFamily="34" charset="-122"/>
                <a:ea typeface=".萍方-简" panose="020B0800000000000000" pitchFamily="34" charset="-122"/>
              </a:defRPr>
            </a:lvl1pPr>
          </a:lstStyle>
          <a:p>
            <a:fld id="{4CD64F9C-7D91-4A90-A7C7-DCB696AB5870}" type="datetimeFigureOut">
              <a:rPr lang="zh-CN" altLang="en-US" smtClean="0"/>
              <a:t>2025/12/14</a:t>
            </a:fld>
            <a:endParaRPr lang="zh-CN" altLang="en-US" dirty="0"/>
          </a:p>
        </p:txBody>
      </p:sp>
      <p:sp>
        <p:nvSpPr>
          <p:cNvPr id="5" name="页脚占位符 4"/>
          <p:cNvSpPr>
            <a:spLocks noGrp="1"/>
          </p:cNvSpPr>
          <p:nvPr>
            <p:ph type="ftr" sz="quarter" idx="11"/>
          </p:nvPr>
        </p:nvSpPr>
        <p:spPr/>
        <p:txBody>
          <a:bodyPr/>
          <a:lstStyle>
            <a:lvl1pPr>
              <a:defRPr>
                <a:latin typeface=".萍方-简" panose="020B0800000000000000" pitchFamily="34" charset="-122"/>
                <a:ea typeface=".萍方-简" panose="020B0800000000000000" pitchFamily="34" charset="-122"/>
              </a:defRPr>
            </a:lvl1pPr>
          </a:lstStyle>
          <a:p>
            <a:endParaRPr lang="zh-CN" altLang="en-US" dirty="0"/>
          </a:p>
        </p:txBody>
      </p:sp>
      <p:sp>
        <p:nvSpPr>
          <p:cNvPr id="6" name="灯片编号占位符 5"/>
          <p:cNvSpPr>
            <a:spLocks noGrp="1"/>
          </p:cNvSpPr>
          <p:nvPr>
            <p:ph type="sldNum" sz="quarter" idx="12"/>
          </p:nvPr>
        </p:nvSpPr>
        <p:spPr/>
        <p:txBody>
          <a:bodyPr/>
          <a:lstStyle>
            <a:lvl1pPr>
              <a:defRPr>
                <a:latin typeface=".萍方-简" panose="020B0800000000000000" pitchFamily="34" charset="-122"/>
                <a:ea typeface=".萍方-简" panose="020B0800000000000000" pitchFamily="34" charset="-122"/>
              </a:defRPr>
            </a:lvl1pPr>
          </a:lstStyle>
          <a:p>
            <a:fld id="{3EF7CE9F-78FD-4E41-AC0E-9F5E8DC0D563}" type="slidenum">
              <a:rPr lang="zh-CN" altLang="en-US" smtClean="0"/>
              <a:t>‹#›</a:t>
            </a:fld>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萍方-简" panose="020B0800000000000000" pitchFamily="34" charset="-122"/>
                <a:ea typeface=".萍方-简" panose="020B0800000000000000" pitchFamily="34" charset="-122"/>
              </a:defRPr>
            </a:lvl1pPr>
          </a:lstStyle>
          <a:p>
            <a:r>
              <a:rPr lang="zh-CN" altLang="en-US" dirty="0"/>
              <a:t>单击此处编辑母版标题样式</a:t>
            </a:r>
          </a:p>
        </p:txBody>
      </p:sp>
      <p:sp>
        <p:nvSpPr>
          <p:cNvPr id="3" name="内容占位符 2"/>
          <p:cNvSpPr>
            <a:spLocks noGrp="1"/>
          </p:cNvSpPr>
          <p:nvPr>
            <p:ph sz="half" idx="1"/>
          </p:nvPr>
        </p:nvSpPr>
        <p:spPr>
          <a:xfrm>
            <a:off x="838200" y="1825625"/>
            <a:ext cx="5181600" cy="4351338"/>
          </a:xfrm>
        </p:spPr>
        <p:txBody>
          <a:bodyPr/>
          <a:lstStyle>
            <a:lvl1pPr>
              <a:defRPr>
                <a:latin typeface=".萍方-简" panose="020B0800000000000000" pitchFamily="34" charset="-122"/>
                <a:ea typeface=".萍方-简" panose="020B0800000000000000" pitchFamily="34" charset="-122"/>
              </a:defRPr>
            </a:lvl1pPr>
            <a:lvl2pPr>
              <a:defRPr>
                <a:latin typeface=".萍方-简" panose="020B0800000000000000" pitchFamily="34" charset="-122"/>
                <a:ea typeface=".萍方-简" panose="020B0800000000000000" pitchFamily="34" charset="-122"/>
              </a:defRPr>
            </a:lvl2pPr>
            <a:lvl3pPr>
              <a:defRPr>
                <a:latin typeface=".萍方-简" panose="020B0800000000000000" pitchFamily="34" charset="-122"/>
                <a:ea typeface=".萍方-简" panose="020B0800000000000000" pitchFamily="34" charset="-122"/>
              </a:defRPr>
            </a:lvl3pPr>
            <a:lvl4pPr>
              <a:defRPr>
                <a:latin typeface=".萍方-简" panose="020B0800000000000000" pitchFamily="34" charset="-122"/>
                <a:ea typeface=".萍方-简" panose="020B0800000000000000" pitchFamily="34" charset="-122"/>
              </a:defRPr>
            </a:lvl4pPr>
            <a:lvl5pPr>
              <a:defRPr>
                <a:latin typeface=".萍方-简" panose="020B0800000000000000" pitchFamily="34" charset="-122"/>
                <a:ea typeface=".萍方-简" panose="020B0800000000000000" pitchFamily="34" charset="-122"/>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内容占位符 3"/>
          <p:cNvSpPr>
            <a:spLocks noGrp="1"/>
          </p:cNvSpPr>
          <p:nvPr>
            <p:ph sz="half" idx="2"/>
          </p:nvPr>
        </p:nvSpPr>
        <p:spPr>
          <a:xfrm>
            <a:off x="6172200" y="1825625"/>
            <a:ext cx="5181600" cy="4351338"/>
          </a:xfrm>
        </p:spPr>
        <p:txBody>
          <a:bodyPr/>
          <a:lstStyle>
            <a:lvl1pPr>
              <a:defRPr>
                <a:latin typeface=".萍方-简" panose="020B0800000000000000" pitchFamily="34" charset="-122"/>
                <a:ea typeface=".萍方-简" panose="020B0800000000000000" pitchFamily="34" charset="-122"/>
              </a:defRPr>
            </a:lvl1pPr>
            <a:lvl2pPr>
              <a:defRPr>
                <a:latin typeface=".萍方-简" panose="020B0800000000000000" pitchFamily="34" charset="-122"/>
                <a:ea typeface=".萍方-简" panose="020B0800000000000000" pitchFamily="34" charset="-122"/>
              </a:defRPr>
            </a:lvl2pPr>
            <a:lvl3pPr>
              <a:defRPr>
                <a:latin typeface=".萍方-简" panose="020B0800000000000000" pitchFamily="34" charset="-122"/>
                <a:ea typeface=".萍方-简" panose="020B0800000000000000" pitchFamily="34" charset="-122"/>
              </a:defRPr>
            </a:lvl3pPr>
            <a:lvl4pPr>
              <a:defRPr>
                <a:latin typeface=".萍方-简" panose="020B0800000000000000" pitchFamily="34" charset="-122"/>
                <a:ea typeface=".萍方-简" panose="020B0800000000000000" pitchFamily="34" charset="-122"/>
              </a:defRPr>
            </a:lvl4pPr>
            <a:lvl5pPr>
              <a:defRPr>
                <a:latin typeface=".萍方-简" panose="020B0800000000000000" pitchFamily="34" charset="-122"/>
                <a:ea typeface=".萍方-简" panose="020B0800000000000000" pitchFamily="34" charset="-122"/>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5" name="日期占位符 4"/>
          <p:cNvSpPr>
            <a:spLocks noGrp="1"/>
          </p:cNvSpPr>
          <p:nvPr>
            <p:ph type="dt" sz="half" idx="10"/>
          </p:nvPr>
        </p:nvSpPr>
        <p:spPr/>
        <p:txBody>
          <a:bodyPr/>
          <a:lstStyle>
            <a:lvl1pPr>
              <a:defRPr>
                <a:latin typeface=".萍方-简" panose="020B0800000000000000" pitchFamily="34" charset="-122"/>
                <a:ea typeface=".萍方-简" panose="020B0800000000000000" pitchFamily="34" charset="-122"/>
              </a:defRPr>
            </a:lvl1pPr>
          </a:lstStyle>
          <a:p>
            <a:fld id="{4CD64F9C-7D91-4A90-A7C7-DCB696AB5870}" type="datetimeFigureOut">
              <a:rPr lang="zh-CN" altLang="en-US" smtClean="0"/>
              <a:t>2025/12/14</a:t>
            </a:fld>
            <a:endParaRPr lang="zh-CN" altLang="en-US" dirty="0"/>
          </a:p>
        </p:txBody>
      </p:sp>
      <p:sp>
        <p:nvSpPr>
          <p:cNvPr id="6" name="页脚占位符 5"/>
          <p:cNvSpPr>
            <a:spLocks noGrp="1"/>
          </p:cNvSpPr>
          <p:nvPr>
            <p:ph type="ftr" sz="quarter" idx="11"/>
          </p:nvPr>
        </p:nvSpPr>
        <p:spPr/>
        <p:txBody>
          <a:bodyPr/>
          <a:lstStyle>
            <a:lvl1pPr>
              <a:defRPr>
                <a:latin typeface=".萍方-简" panose="020B0800000000000000" pitchFamily="34" charset="-122"/>
                <a:ea typeface=".萍方-简" panose="020B0800000000000000" pitchFamily="34" charset="-122"/>
              </a:defRPr>
            </a:lvl1pPr>
          </a:lstStyle>
          <a:p>
            <a:endParaRPr lang="zh-CN" altLang="en-US" dirty="0"/>
          </a:p>
        </p:txBody>
      </p:sp>
      <p:sp>
        <p:nvSpPr>
          <p:cNvPr id="7" name="灯片编号占位符 6"/>
          <p:cNvSpPr>
            <a:spLocks noGrp="1"/>
          </p:cNvSpPr>
          <p:nvPr>
            <p:ph type="sldNum" sz="quarter" idx="12"/>
          </p:nvPr>
        </p:nvSpPr>
        <p:spPr/>
        <p:txBody>
          <a:bodyPr/>
          <a:lstStyle>
            <a:lvl1pPr>
              <a:defRPr>
                <a:latin typeface=".萍方-简" panose="020B0800000000000000" pitchFamily="34" charset="-122"/>
                <a:ea typeface=".萍方-简" panose="020B0800000000000000" pitchFamily="34" charset="-122"/>
              </a:defRPr>
            </a:lvl1pPr>
          </a:lstStyle>
          <a:p>
            <a:fld id="{3EF7CE9F-78FD-4E41-AC0E-9F5E8DC0D563}" type="slidenum">
              <a:rPr lang="zh-CN" altLang="en-US" smtClean="0"/>
              <a:t>‹#›</a:t>
            </a:fld>
            <a:endParaRPr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lvl1pPr>
              <a:defRPr>
                <a:latin typeface=".萍方-简" panose="020B0800000000000000" pitchFamily="34" charset="-122"/>
                <a:ea typeface=".萍方-简" panose="020B0800000000000000" pitchFamily="34" charset="-122"/>
              </a:defRPr>
            </a:lvl1pPr>
          </a:lstStyle>
          <a:p>
            <a:r>
              <a:rPr lang="zh-CN" altLang="en-US" dirty="0"/>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atin typeface=".萍方-简" panose="020B0800000000000000" pitchFamily="34" charset="-122"/>
                <a:ea typeface=".萍方-简" panose="020B0800000000000000"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4" name="内容占位符 3"/>
          <p:cNvSpPr>
            <a:spLocks noGrp="1"/>
          </p:cNvSpPr>
          <p:nvPr>
            <p:ph sz="half" idx="2"/>
          </p:nvPr>
        </p:nvSpPr>
        <p:spPr>
          <a:xfrm>
            <a:off x="839788" y="2505075"/>
            <a:ext cx="5157787" cy="3684588"/>
          </a:xfrm>
        </p:spPr>
        <p:txBody>
          <a:bodyPr/>
          <a:lstStyle>
            <a:lvl1pPr>
              <a:defRPr>
                <a:latin typeface=".萍方-简" panose="020B0800000000000000" pitchFamily="34" charset="-122"/>
                <a:ea typeface=".萍方-简" panose="020B0800000000000000" pitchFamily="34" charset="-122"/>
              </a:defRPr>
            </a:lvl1pPr>
            <a:lvl2pPr>
              <a:defRPr>
                <a:latin typeface=".萍方-简" panose="020B0800000000000000" pitchFamily="34" charset="-122"/>
                <a:ea typeface=".萍方-简" panose="020B0800000000000000" pitchFamily="34" charset="-122"/>
              </a:defRPr>
            </a:lvl2pPr>
            <a:lvl3pPr>
              <a:defRPr>
                <a:latin typeface=".萍方-简" panose="020B0800000000000000" pitchFamily="34" charset="-122"/>
                <a:ea typeface=".萍方-简" panose="020B0800000000000000" pitchFamily="34" charset="-122"/>
              </a:defRPr>
            </a:lvl3pPr>
            <a:lvl4pPr>
              <a:defRPr>
                <a:latin typeface=".萍方-简" panose="020B0800000000000000" pitchFamily="34" charset="-122"/>
                <a:ea typeface=".萍方-简" panose="020B0800000000000000" pitchFamily="34" charset="-122"/>
              </a:defRPr>
            </a:lvl4pPr>
            <a:lvl5pPr>
              <a:defRPr>
                <a:latin typeface=".萍方-简" panose="020B0800000000000000" pitchFamily="34" charset="-122"/>
                <a:ea typeface=".萍方-简" panose="020B0800000000000000" pitchFamily="34" charset="-122"/>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atin typeface=".萍方-简" panose="020B0800000000000000" pitchFamily="34" charset="-122"/>
                <a:ea typeface=".萍方-简" panose="020B0800000000000000"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6" name="内容占位符 5"/>
          <p:cNvSpPr>
            <a:spLocks noGrp="1"/>
          </p:cNvSpPr>
          <p:nvPr>
            <p:ph sz="quarter" idx="4"/>
          </p:nvPr>
        </p:nvSpPr>
        <p:spPr>
          <a:xfrm>
            <a:off x="6172200" y="2505075"/>
            <a:ext cx="5183188" cy="3684588"/>
          </a:xfrm>
        </p:spPr>
        <p:txBody>
          <a:bodyPr/>
          <a:lstStyle>
            <a:lvl1pPr>
              <a:defRPr>
                <a:latin typeface=".萍方-简" panose="020B0800000000000000" pitchFamily="34" charset="-122"/>
                <a:ea typeface=".萍方-简" panose="020B0800000000000000" pitchFamily="34" charset="-122"/>
              </a:defRPr>
            </a:lvl1pPr>
            <a:lvl2pPr>
              <a:defRPr>
                <a:latin typeface=".萍方-简" panose="020B0800000000000000" pitchFamily="34" charset="-122"/>
                <a:ea typeface=".萍方-简" panose="020B0800000000000000" pitchFamily="34" charset="-122"/>
              </a:defRPr>
            </a:lvl2pPr>
            <a:lvl3pPr>
              <a:defRPr>
                <a:latin typeface=".萍方-简" panose="020B0800000000000000" pitchFamily="34" charset="-122"/>
                <a:ea typeface=".萍方-简" panose="020B0800000000000000" pitchFamily="34" charset="-122"/>
              </a:defRPr>
            </a:lvl3pPr>
            <a:lvl4pPr>
              <a:defRPr>
                <a:latin typeface=".萍方-简" panose="020B0800000000000000" pitchFamily="34" charset="-122"/>
                <a:ea typeface=".萍方-简" panose="020B0800000000000000" pitchFamily="34" charset="-122"/>
              </a:defRPr>
            </a:lvl4pPr>
            <a:lvl5pPr>
              <a:defRPr>
                <a:latin typeface=".萍方-简" panose="020B0800000000000000" pitchFamily="34" charset="-122"/>
                <a:ea typeface=".萍方-简" panose="020B0800000000000000" pitchFamily="34" charset="-122"/>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7" name="日期占位符 6"/>
          <p:cNvSpPr>
            <a:spLocks noGrp="1"/>
          </p:cNvSpPr>
          <p:nvPr>
            <p:ph type="dt" sz="half" idx="10"/>
          </p:nvPr>
        </p:nvSpPr>
        <p:spPr/>
        <p:txBody>
          <a:bodyPr/>
          <a:lstStyle>
            <a:lvl1pPr>
              <a:defRPr>
                <a:latin typeface=".萍方-简" panose="020B0800000000000000" pitchFamily="34" charset="-122"/>
                <a:ea typeface=".萍方-简" panose="020B0800000000000000" pitchFamily="34" charset="-122"/>
              </a:defRPr>
            </a:lvl1pPr>
          </a:lstStyle>
          <a:p>
            <a:fld id="{4CD64F9C-7D91-4A90-A7C7-DCB696AB5870}" type="datetimeFigureOut">
              <a:rPr lang="zh-CN" altLang="en-US" smtClean="0"/>
              <a:t>2025/12/14</a:t>
            </a:fld>
            <a:endParaRPr lang="zh-CN" altLang="en-US" dirty="0"/>
          </a:p>
        </p:txBody>
      </p:sp>
      <p:sp>
        <p:nvSpPr>
          <p:cNvPr id="8" name="页脚占位符 7"/>
          <p:cNvSpPr>
            <a:spLocks noGrp="1"/>
          </p:cNvSpPr>
          <p:nvPr>
            <p:ph type="ftr" sz="quarter" idx="11"/>
          </p:nvPr>
        </p:nvSpPr>
        <p:spPr/>
        <p:txBody>
          <a:bodyPr/>
          <a:lstStyle>
            <a:lvl1pPr>
              <a:defRPr>
                <a:latin typeface=".萍方-简" panose="020B0800000000000000" pitchFamily="34" charset="-122"/>
                <a:ea typeface=".萍方-简" panose="020B0800000000000000" pitchFamily="34" charset="-122"/>
              </a:defRPr>
            </a:lvl1pPr>
          </a:lstStyle>
          <a:p>
            <a:endParaRPr lang="zh-CN" altLang="en-US" dirty="0"/>
          </a:p>
        </p:txBody>
      </p:sp>
      <p:sp>
        <p:nvSpPr>
          <p:cNvPr id="9" name="灯片编号占位符 8"/>
          <p:cNvSpPr>
            <a:spLocks noGrp="1"/>
          </p:cNvSpPr>
          <p:nvPr>
            <p:ph type="sldNum" sz="quarter" idx="12"/>
          </p:nvPr>
        </p:nvSpPr>
        <p:spPr/>
        <p:txBody>
          <a:bodyPr/>
          <a:lstStyle>
            <a:lvl1pPr>
              <a:defRPr>
                <a:latin typeface=".萍方-简" panose="020B0800000000000000" pitchFamily="34" charset="-122"/>
                <a:ea typeface=".萍方-简" panose="020B0800000000000000" pitchFamily="34" charset="-122"/>
              </a:defRPr>
            </a:lvl1pPr>
          </a:lstStyle>
          <a:p>
            <a:fld id="{3EF7CE9F-78FD-4E41-AC0E-9F5E8DC0D563}" type="slidenum">
              <a:rPr lang="zh-CN" altLang="en-US" smtClean="0"/>
              <a:t>‹#›</a:t>
            </a:fld>
            <a:endParaRPr lang="zh-CN"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萍方-简" panose="020B0800000000000000" pitchFamily="34" charset="-122"/>
                <a:ea typeface=".萍方-简" panose="020B0800000000000000" pitchFamily="34" charset="-122"/>
              </a:defRPr>
            </a:lvl1pPr>
          </a:lstStyle>
          <a:p>
            <a:r>
              <a:rPr lang="zh-CN" altLang="en-US" dirty="0"/>
              <a:t>单击此处编辑母版标题样式</a:t>
            </a:r>
          </a:p>
        </p:txBody>
      </p:sp>
      <p:sp>
        <p:nvSpPr>
          <p:cNvPr id="3" name="日期占位符 2"/>
          <p:cNvSpPr>
            <a:spLocks noGrp="1"/>
          </p:cNvSpPr>
          <p:nvPr>
            <p:ph type="dt" sz="half" idx="10"/>
          </p:nvPr>
        </p:nvSpPr>
        <p:spPr/>
        <p:txBody>
          <a:bodyPr/>
          <a:lstStyle>
            <a:lvl1pPr>
              <a:defRPr>
                <a:latin typeface=".萍方-简" panose="020B0800000000000000" pitchFamily="34" charset="-122"/>
                <a:ea typeface=".萍方-简" panose="020B0800000000000000" pitchFamily="34" charset="-122"/>
              </a:defRPr>
            </a:lvl1pPr>
          </a:lstStyle>
          <a:p>
            <a:fld id="{4CD64F9C-7D91-4A90-A7C7-DCB696AB5870}" type="datetimeFigureOut">
              <a:rPr lang="zh-CN" altLang="en-US" smtClean="0"/>
              <a:t>2025/12/14</a:t>
            </a:fld>
            <a:endParaRPr lang="zh-CN" altLang="en-US" dirty="0"/>
          </a:p>
        </p:txBody>
      </p:sp>
      <p:sp>
        <p:nvSpPr>
          <p:cNvPr id="4" name="页脚占位符 3"/>
          <p:cNvSpPr>
            <a:spLocks noGrp="1"/>
          </p:cNvSpPr>
          <p:nvPr>
            <p:ph type="ftr" sz="quarter" idx="11"/>
          </p:nvPr>
        </p:nvSpPr>
        <p:spPr/>
        <p:txBody>
          <a:bodyPr/>
          <a:lstStyle>
            <a:lvl1pPr>
              <a:defRPr>
                <a:latin typeface=".萍方-简" panose="020B0800000000000000" pitchFamily="34" charset="-122"/>
                <a:ea typeface=".萍方-简" panose="020B0800000000000000" pitchFamily="34" charset="-122"/>
              </a:defRPr>
            </a:lvl1pPr>
          </a:lstStyle>
          <a:p>
            <a:endParaRPr lang="zh-CN" altLang="en-US" dirty="0"/>
          </a:p>
        </p:txBody>
      </p:sp>
      <p:sp>
        <p:nvSpPr>
          <p:cNvPr id="5" name="灯片编号占位符 4"/>
          <p:cNvSpPr>
            <a:spLocks noGrp="1"/>
          </p:cNvSpPr>
          <p:nvPr>
            <p:ph type="sldNum" sz="quarter" idx="12"/>
          </p:nvPr>
        </p:nvSpPr>
        <p:spPr/>
        <p:txBody>
          <a:bodyPr/>
          <a:lstStyle>
            <a:lvl1pPr>
              <a:defRPr>
                <a:latin typeface=".萍方-简" panose="020B0800000000000000" pitchFamily="34" charset="-122"/>
                <a:ea typeface=".萍方-简" panose="020B0800000000000000" pitchFamily="34" charset="-122"/>
              </a:defRPr>
            </a:lvl1pPr>
          </a:lstStyle>
          <a:p>
            <a:fld id="{3EF7CE9F-78FD-4E41-AC0E-9F5E8DC0D563}" type="slidenum">
              <a:rPr lang="zh-CN" altLang="en-US" smtClean="0"/>
              <a:t>‹#›</a:t>
            </a:fld>
            <a:endParaRPr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atin typeface=".萍方-简" panose="020B0800000000000000" pitchFamily="34" charset="-122"/>
                <a:ea typeface=".萍方-简" panose="020B0800000000000000" pitchFamily="34" charset="-122"/>
              </a:defRPr>
            </a:lvl1pPr>
          </a:lstStyle>
          <a:p>
            <a:fld id="{4CD64F9C-7D91-4A90-A7C7-DCB696AB5870}" type="datetimeFigureOut">
              <a:rPr lang="zh-CN" altLang="en-US" smtClean="0"/>
              <a:t>2025/12/14</a:t>
            </a:fld>
            <a:endParaRPr lang="zh-CN" altLang="en-US" dirty="0"/>
          </a:p>
        </p:txBody>
      </p:sp>
      <p:sp>
        <p:nvSpPr>
          <p:cNvPr id="3" name="页脚占位符 2"/>
          <p:cNvSpPr>
            <a:spLocks noGrp="1"/>
          </p:cNvSpPr>
          <p:nvPr>
            <p:ph type="ftr" sz="quarter" idx="11"/>
          </p:nvPr>
        </p:nvSpPr>
        <p:spPr/>
        <p:txBody>
          <a:bodyPr/>
          <a:lstStyle>
            <a:lvl1pPr>
              <a:defRPr>
                <a:latin typeface=".萍方-简" panose="020B0800000000000000" pitchFamily="34" charset="-122"/>
                <a:ea typeface=".萍方-简" panose="020B0800000000000000" pitchFamily="34" charset="-122"/>
              </a:defRPr>
            </a:lvl1pPr>
          </a:lstStyle>
          <a:p>
            <a:endParaRPr lang="zh-CN" altLang="en-US" dirty="0"/>
          </a:p>
        </p:txBody>
      </p:sp>
      <p:sp>
        <p:nvSpPr>
          <p:cNvPr id="4" name="灯片编号占位符 3"/>
          <p:cNvSpPr>
            <a:spLocks noGrp="1"/>
          </p:cNvSpPr>
          <p:nvPr>
            <p:ph type="sldNum" sz="quarter" idx="12"/>
          </p:nvPr>
        </p:nvSpPr>
        <p:spPr/>
        <p:txBody>
          <a:bodyPr/>
          <a:lstStyle>
            <a:lvl1pPr>
              <a:defRPr>
                <a:latin typeface=".萍方-简" panose="020B0800000000000000" pitchFamily="34" charset="-122"/>
                <a:ea typeface=".萍方-简" panose="020B0800000000000000" pitchFamily="34" charset="-122"/>
              </a:defRPr>
            </a:lvl1pPr>
          </a:lstStyle>
          <a:p>
            <a:fld id="{3EF7CE9F-78FD-4E41-AC0E-9F5E8DC0D563}" type="slidenum">
              <a:rPr lang="zh-CN" altLang="en-US" smtClean="0"/>
              <a:t>‹#›</a:t>
            </a:fld>
            <a:endParaRPr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atin typeface=".萍方-简" panose="020B0800000000000000" pitchFamily="34" charset="-122"/>
                <a:ea typeface=".萍方-简" panose="020B0800000000000000" pitchFamily="34" charset="-122"/>
              </a:defRPr>
            </a:lvl1pPr>
          </a:lstStyle>
          <a:p>
            <a:r>
              <a:rPr lang="zh-CN" altLang="en-US" dirty="0"/>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atin typeface=".萍方-简" panose="020B0800000000000000" pitchFamily="34" charset="-122"/>
                <a:ea typeface=".萍方-简" panose="020B0800000000000000" pitchFamily="34" charset="-122"/>
              </a:defRPr>
            </a:lvl1pPr>
            <a:lvl2pPr>
              <a:defRPr sz="2800">
                <a:latin typeface=".萍方-简" panose="020B0800000000000000" pitchFamily="34" charset="-122"/>
                <a:ea typeface=".萍方-简" panose="020B0800000000000000" pitchFamily="34" charset="-122"/>
              </a:defRPr>
            </a:lvl2pPr>
            <a:lvl3pPr>
              <a:defRPr sz="2400">
                <a:latin typeface=".萍方-简" panose="020B0800000000000000" pitchFamily="34" charset="-122"/>
                <a:ea typeface=".萍方-简" panose="020B0800000000000000" pitchFamily="34" charset="-122"/>
              </a:defRPr>
            </a:lvl3pPr>
            <a:lvl4pPr>
              <a:defRPr sz="2000">
                <a:latin typeface=".萍方-简" panose="020B0800000000000000" pitchFamily="34" charset="-122"/>
                <a:ea typeface=".萍方-简" panose="020B0800000000000000" pitchFamily="34" charset="-122"/>
              </a:defRPr>
            </a:lvl4pPr>
            <a:lvl5pPr>
              <a:defRPr sz="2000">
                <a:latin typeface=".萍方-简" panose="020B0800000000000000" pitchFamily="34" charset="-122"/>
                <a:ea typeface=".萍方-简" panose="020B0800000000000000" pitchFamily="34" charset="-122"/>
              </a:defRPr>
            </a:lvl5pPr>
            <a:lvl6pPr>
              <a:defRPr sz="2000"/>
            </a:lvl6pPr>
            <a:lvl7pPr>
              <a:defRPr sz="2000"/>
            </a:lvl7pPr>
            <a:lvl8pPr>
              <a:defRPr sz="2000"/>
            </a:lvl8pPr>
            <a:lvl9pPr>
              <a:defRPr sz="2000"/>
            </a:lvl9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atin typeface=".萍方-简" panose="020B0800000000000000" pitchFamily="34" charset="-122"/>
                <a:ea typeface=".萍方-简" panose="020B0800000000000000" pitchFamily="34" charset="-122"/>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p>
        </p:txBody>
      </p:sp>
      <p:sp>
        <p:nvSpPr>
          <p:cNvPr id="5" name="日期占位符 4"/>
          <p:cNvSpPr>
            <a:spLocks noGrp="1"/>
          </p:cNvSpPr>
          <p:nvPr>
            <p:ph type="dt" sz="half" idx="10"/>
          </p:nvPr>
        </p:nvSpPr>
        <p:spPr/>
        <p:txBody>
          <a:bodyPr/>
          <a:lstStyle>
            <a:lvl1pPr>
              <a:defRPr>
                <a:latin typeface=".萍方-简" panose="020B0800000000000000" pitchFamily="34" charset="-122"/>
                <a:ea typeface=".萍方-简" panose="020B0800000000000000" pitchFamily="34" charset="-122"/>
              </a:defRPr>
            </a:lvl1pPr>
          </a:lstStyle>
          <a:p>
            <a:fld id="{4CD64F9C-7D91-4A90-A7C7-DCB696AB5870}" type="datetimeFigureOut">
              <a:rPr lang="zh-CN" altLang="en-US" smtClean="0"/>
              <a:t>2025/12/14</a:t>
            </a:fld>
            <a:endParaRPr lang="zh-CN" altLang="en-US" dirty="0"/>
          </a:p>
        </p:txBody>
      </p:sp>
      <p:sp>
        <p:nvSpPr>
          <p:cNvPr id="6" name="页脚占位符 5"/>
          <p:cNvSpPr>
            <a:spLocks noGrp="1"/>
          </p:cNvSpPr>
          <p:nvPr>
            <p:ph type="ftr" sz="quarter" idx="11"/>
          </p:nvPr>
        </p:nvSpPr>
        <p:spPr/>
        <p:txBody>
          <a:bodyPr/>
          <a:lstStyle>
            <a:lvl1pPr>
              <a:defRPr>
                <a:latin typeface=".萍方-简" panose="020B0800000000000000" pitchFamily="34" charset="-122"/>
                <a:ea typeface=".萍方-简" panose="020B0800000000000000" pitchFamily="34" charset="-122"/>
              </a:defRPr>
            </a:lvl1pPr>
          </a:lstStyle>
          <a:p>
            <a:endParaRPr lang="zh-CN" altLang="en-US" dirty="0"/>
          </a:p>
        </p:txBody>
      </p:sp>
      <p:sp>
        <p:nvSpPr>
          <p:cNvPr id="7" name="灯片编号占位符 6"/>
          <p:cNvSpPr>
            <a:spLocks noGrp="1"/>
          </p:cNvSpPr>
          <p:nvPr>
            <p:ph type="sldNum" sz="quarter" idx="12"/>
          </p:nvPr>
        </p:nvSpPr>
        <p:spPr/>
        <p:txBody>
          <a:bodyPr/>
          <a:lstStyle>
            <a:lvl1pPr>
              <a:defRPr>
                <a:latin typeface=".萍方-简" panose="020B0800000000000000" pitchFamily="34" charset="-122"/>
                <a:ea typeface=".萍方-简" panose="020B0800000000000000" pitchFamily="34" charset="-122"/>
              </a:defRPr>
            </a:lvl1pPr>
          </a:lstStyle>
          <a:p>
            <a:fld id="{3EF7CE9F-78FD-4E41-AC0E-9F5E8DC0D563}" type="slidenum">
              <a:rPr lang="zh-CN" altLang="en-US" smtClean="0"/>
              <a:t>‹#›</a:t>
            </a:fld>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atin typeface=".萍方-简" panose="020B0800000000000000" pitchFamily="34" charset="-122"/>
                <a:ea typeface=".萍方-简" panose="020B0800000000000000" pitchFamily="34" charset="-122"/>
              </a:defRPr>
            </a:lvl1pPr>
          </a:lstStyle>
          <a:p>
            <a:r>
              <a:rPr lang="zh-CN" altLang="en-US" dirty="0"/>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atin typeface=".萍方-简" panose="020B0800000000000000" pitchFamily="34" charset="-122"/>
                <a:ea typeface=".萍方-简" panose="020B0800000000000000" pitchFamily="34" charset="-122"/>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atin typeface=".萍方-简" panose="020B0800000000000000" pitchFamily="34" charset="-122"/>
                <a:ea typeface=".萍方-简" panose="020B0800000000000000" pitchFamily="34" charset="-122"/>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p>
        </p:txBody>
      </p:sp>
      <p:sp>
        <p:nvSpPr>
          <p:cNvPr id="5" name="日期占位符 4"/>
          <p:cNvSpPr>
            <a:spLocks noGrp="1"/>
          </p:cNvSpPr>
          <p:nvPr>
            <p:ph type="dt" sz="half" idx="10"/>
          </p:nvPr>
        </p:nvSpPr>
        <p:spPr/>
        <p:txBody>
          <a:bodyPr/>
          <a:lstStyle>
            <a:lvl1pPr>
              <a:defRPr>
                <a:latin typeface=".萍方-简" panose="020B0800000000000000" pitchFamily="34" charset="-122"/>
                <a:ea typeface=".萍方-简" panose="020B0800000000000000" pitchFamily="34" charset="-122"/>
              </a:defRPr>
            </a:lvl1pPr>
          </a:lstStyle>
          <a:p>
            <a:fld id="{4CD64F9C-7D91-4A90-A7C7-DCB696AB5870}" type="datetimeFigureOut">
              <a:rPr lang="zh-CN" altLang="en-US" smtClean="0"/>
              <a:t>2025/12/14</a:t>
            </a:fld>
            <a:endParaRPr lang="zh-CN" altLang="en-US" dirty="0"/>
          </a:p>
        </p:txBody>
      </p:sp>
      <p:sp>
        <p:nvSpPr>
          <p:cNvPr id="6" name="页脚占位符 5"/>
          <p:cNvSpPr>
            <a:spLocks noGrp="1"/>
          </p:cNvSpPr>
          <p:nvPr>
            <p:ph type="ftr" sz="quarter" idx="11"/>
          </p:nvPr>
        </p:nvSpPr>
        <p:spPr/>
        <p:txBody>
          <a:bodyPr/>
          <a:lstStyle>
            <a:lvl1pPr>
              <a:defRPr>
                <a:latin typeface=".萍方-简" panose="020B0800000000000000" pitchFamily="34" charset="-122"/>
                <a:ea typeface=".萍方-简" panose="020B0800000000000000" pitchFamily="34" charset="-122"/>
              </a:defRPr>
            </a:lvl1pPr>
          </a:lstStyle>
          <a:p>
            <a:endParaRPr lang="zh-CN" altLang="en-US" dirty="0"/>
          </a:p>
        </p:txBody>
      </p:sp>
      <p:sp>
        <p:nvSpPr>
          <p:cNvPr id="7" name="灯片编号占位符 6"/>
          <p:cNvSpPr>
            <a:spLocks noGrp="1"/>
          </p:cNvSpPr>
          <p:nvPr>
            <p:ph type="sldNum" sz="quarter" idx="12"/>
          </p:nvPr>
        </p:nvSpPr>
        <p:spPr/>
        <p:txBody>
          <a:bodyPr/>
          <a:lstStyle>
            <a:lvl1pPr>
              <a:defRPr>
                <a:latin typeface=".萍方-简" panose="020B0800000000000000" pitchFamily="34" charset="-122"/>
                <a:ea typeface=".萍方-简" panose="020B0800000000000000" pitchFamily="34" charset="-122"/>
              </a:defRPr>
            </a:lvl1pPr>
          </a:lstStyle>
          <a:p>
            <a:fld id="{3EF7CE9F-78FD-4E41-AC0E-9F5E8DC0D563}" type="slidenum">
              <a:rPr lang="zh-CN" altLang="en-US" smtClean="0"/>
              <a:t>‹#›</a:t>
            </a:fld>
            <a:endParaRPr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萍方-简" panose="020B0800000000000000" pitchFamily="34" charset="-122"/>
                <a:ea typeface=".萍方-简" panose="020B0800000000000000" pitchFamily="34" charset="-122"/>
              </a:defRPr>
            </a:lvl1pPr>
          </a:lstStyle>
          <a:p>
            <a:r>
              <a:rPr lang="zh-CN" altLang="en-US" dirty="0"/>
              <a:t>单击此处编辑母版标题样式</a:t>
            </a:r>
          </a:p>
        </p:txBody>
      </p:sp>
      <p:sp>
        <p:nvSpPr>
          <p:cNvPr id="3" name="竖排文字占位符 2"/>
          <p:cNvSpPr>
            <a:spLocks noGrp="1"/>
          </p:cNvSpPr>
          <p:nvPr>
            <p:ph type="body" orient="vert" idx="1"/>
          </p:nvPr>
        </p:nvSpPr>
        <p:spPr/>
        <p:txBody>
          <a:bodyPr vert="eaVert"/>
          <a:lstStyle>
            <a:lvl1pPr>
              <a:defRPr>
                <a:latin typeface=".萍方-简" panose="020B0800000000000000" pitchFamily="34" charset="-122"/>
                <a:ea typeface=".萍方-简" panose="020B0800000000000000" pitchFamily="34" charset="-122"/>
              </a:defRPr>
            </a:lvl1pPr>
            <a:lvl2pPr>
              <a:defRPr>
                <a:latin typeface=".萍方-简" panose="020B0800000000000000" pitchFamily="34" charset="-122"/>
                <a:ea typeface=".萍方-简" panose="020B0800000000000000" pitchFamily="34" charset="-122"/>
              </a:defRPr>
            </a:lvl2pPr>
            <a:lvl3pPr>
              <a:defRPr>
                <a:latin typeface=".萍方-简" panose="020B0800000000000000" pitchFamily="34" charset="-122"/>
                <a:ea typeface=".萍方-简" panose="020B0800000000000000" pitchFamily="34" charset="-122"/>
              </a:defRPr>
            </a:lvl3pPr>
            <a:lvl4pPr>
              <a:defRPr>
                <a:latin typeface=".萍方-简" panose="020B0800000000000000" pitchFamily="34" charset="-122"/>
                <a:ea typeface=".萍方-简" panose="020B0800000000000000" pitchFamily="34" charset="-122"/>
              </a:defRPr>
            </a:lvl4pPr>
            <a:lvl5pPr>
              <a:defRPr>
                <a:latin typeface=".萍方-简" panose="020B0800000000000000" pitchFamily="34" charset="-122"/>
                <a:ea typeface=".萍方-简" panose="020B0800000000000000" pitchFamily="34" charset="-122"/>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日期占位符 3"/>
          <p:cNvSpPr>
            <a:spLocks noGrp="1"/>
          </p:cNvSpPr>
          <p:nvPr>
            <p:ph type="dt" sz="half" idx="10"/>
          </p:nvPr>
        </p:nvSpPr>
        <p:spPr/>
        <p:txBody>
          <a:bodyPr/>
          <a:lstStyle>
            <a:lvl1pPr>
              <a:defRPr>
                <a:latin typeface=".萍方-简" panose="020B0800000000000000" pitchFamily="34" charset="-122"/>
                <a:ea typeface=".萍方-简" panose="020B0800000000000000" pitchFamily="34" charset="-122"/>
              </a:defRPr>
            </a:lvl1pPr>
          </a:lstStyle>
          <a:p>
            <a:fld id="{4CD64F9C-7D91-4A90-A7C7-DCB696AB5870}" type="datetimeFigureOut">
              <a:rPr lang="zh-CN" altLang="en-US" smtClean="0"/>
              <a:t>2025/12/14</a:t>
            </a:fld>
            <a:endParaRPr lang="zh-CN" altLang="en-US" dirty="0"/>
          </a:p>
        </p:txBody>
      </p:sp>
      <p:sp>
        <p:nvSpPr>
          <p:cNvPr id="5" name="页脚占位符 4"/>
          <p:cNvSpPr>
            <a:spLocks noGrp="1"/>
          </p:cNvSpPr>
          <p:nvPr>
            <p:ph type="ftr" sz="quarter" idx="11"/>
          </p:nvPr>
        </p:nvSpPr>
        <p:spPr/>
        <p:txBody>
          <a:bodyPr/>
          <a:lstStyle>
            <a:lvl1pPr>
              <a:defRPr>
                <a:latin typeface=".萍方-简" panose="020B0800000000000000" pitchFamily="34" charset="-122"/>
                <a:ea typeface=".萍方-简" panose="020B0800000000000000" pitchFamily="34" charset="-122"/>
              </a:defRPr>
            </a:lvl1pPr>
          </a:lstStyle>
          <a:p>
            <a:endParaRPr lang="zh-CN" altLang="en-US" dirty="0"/>
          </a:p>
        </p:txBody>
      </p:sp>
      <p:sp>
        <p:nvSpPr>
          <p:cNvPr id="6" name="灯片编号占位符 5"/>
          <p:cNvSpPr>
            <a:spLocks noGrp="1"/>
          </p:cNvSpPr>
          <p:nvPr>
            <p:ph type="sldNum" sz="quarter" idx="12"/>
          </p:nvPr>
        </p:nvSpPr>
        <p:spPr/>
        <p:txBody>
          <a:bodyPr/>
          <a:lstStyle>
            <a:lvl1pPr>
              <a:defRPr>
                <a:latin typeface=".萍方-简" panose="020B0800000000000000" pitchFamily="34" charset="-122"/>
                <a:ea typeface=".萍方-简" panose="020B0800000000000000" pitchFamily="34" charset="-122"/>
              </a:defRPr>
            </a:lvl1pPr>
          </a:lstStyle>
          <a:p>
            <a:fld id="{3EF7CE9F-78FD-4E41-AC0E-9F5E8DC0D563}" type="slidenum">
              <a:rPr lang="zh-CN" altLang="en-US" smtClean="0"/>
              <a:t>‹#›</a:t>
            </a:fld>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lvl1pPr>
              <a:defRPr>
                <a:latin typeface=".萍方-简" panose="020B0800000000000000" pitchFamily="34" charset="-122"/>
                <a:ea typeface=".萍方-简" panose="020B0800000000000000" pitchFamily="34" charset="-122"/>
              </a:defRPr>
            </a:lvl1pPr>
          </a:lstStyle>
          <a:p>
            <a:r>
              <a:rPr lang="zh-CN" altLang="en-US" dirty="0"/>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lvl1pPr>
              <a:defRPr>
                <a:latin typeface=".萍方-简" panose="020B0800000000000000" pitchFamily="34" charset="-122"/>
                <a:ea typeface=".萍方-简" panose="020B0800000000000000" pitchFamily="34" charset="-122"/>
              </a:defRPr>
            </a:lvl1pPr>
            <a:lvl2pPr>
              <a:defRPr>
                <a:latin typeface=".萍方-简" panose="020B0800000000000000" pitchFamily="34" charset="-122"/>
                <a:ea typeface=".萍方-简" panose="020B0800000000000000" pitchFamily="34" charset="-122"/>
              </a:defRPr>
            </a:lvl2pPr>
            <a:lvl3pPr>
              <a:defRPr>
                <a:latin typeface=".萍方-简" panose="020B0800000000000000" pitchFamily="34" charset="-122"/>
                <a:ea typeface=".萍方-简" panose="020B0800000000000000" pitchFamily="34" charset="-122"/>
              </a:defRPr>
            </a:lvl3pPr>
            <a:lvl4pPr>
              <a:defRPr>
                <a:latin typeface=".萍方-简" panose="020B0800000000000000" pitchFamily="34" charset="-122"/>
                <a:ea typeface=".萍方-简" panose="020B0800000000000000" pitchFamily="34" charset="-122"/>
              </a:defRPr>
            </a:lvl4pPr>
            <a:lvl5pPr>
              <a:defRPr>
                <a:latin typeface=".萍方-简" panose="020B0800000000000000" pitchFamily="34" charset="-122"/>
                <a:ea typeface=".萍方-简" panose="020B0800000000000000" pitchFamily="34" charset="-122"/>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日期占位符 3"/>
          <p:cNvSpPr>
            <a:spLocks noGrp="1"/>
          </p:cNvSpPr>
          <p:nvPr>
            <p:ph type="dt" sz="half" idx="10"/>
          </p:nvPr>
        </p:nvSpPr>
        <p:spPr/>
        <p:txBody>
          <a:bodyPr/>
          <a:lstStyle>
            <a:lvl1pPr>
              <a:defRPr>
                <a:latin typeface=".萍方-简" panose="020B0800000000000000" pitchFamily="34" charset="-122"/>
                <a:ea typeface=".萍方-简" panose="020B0800000000000000" pitchFamily="34" charset="-122"/>
              </a:defRPr>
            </a:lvl1pPr>
          </a:lstStyle>
          <a:p>
            <a:fld id="{4CD64F9C-7D91-4A90-A7C7-DCB696AB5870}" type="datetimeFigureOut">
              <a:rPr lang="zh-CN" altLang="en-US" smtClean="0"/>
              <a:t>2025/12/14</a:t>
            </a:fld>
            <a:endParaRPr lang="zh-CN" altLang="en-US" dirty="0"/>
          </a:p>
        </p:txBody>
      </p:sp>
      <p:sp>
        <p:nvSpPr>
          <p:cNvPr id="5" name="页脚占位符 4"/>
          <p:cNvSpPr>
            <a:spLocks noGrp="1"/>
          </p:cNvSpPr>
          <p:nvPr>
            <p:ph type="ftr" sz="quarter" idx="11"/>
          </p:nvPr>
        </p:nvSpPr>
        <p:spPr/>
        <p:txBody>
          <a:bodyPr/>
          <a:lstStyle>
            <a:lvl1pPr>
              <a:defRPr>
                <a:latin typeface=".萍方-简" panose="020B0800000000000000" pitchFamily="34" charset="-122"/>
                <a:ea typeface=".萍方-简" panose="020B0800000000000000" pitchFamily="34" charset="-122"/>
              </a:defRPr>
            </a:lvl1pPr>
          </a:lstStyle>
          <a:p>
            <a:endParaRPr lang="zh-CN" altLang="en-US" dirty="0"/>
          </a:p>
        </p:txBody>
      </p:sp>
      <p:sp>
        <p:nvSpPr>
          <p:cNvPr id="6" name="灯片编号占位符 5"/>
          <p:cNvSpPr>
            <a:spLocks noGrp="1"/>
          </p:cNvSpPr>
          <p:nvPr>
            <p:ph type="sldNum" sz="quarter" idx="12"/>
          </p:nvPr>
        </p:nvSpPr>
        <p:spPr/>
        <p:txBody>
          <a:bodyPr/>
          <a:lstStyle>
            <a:lvl1pPr>
              <a:defRPr>
                <a:latin typeface=".萍方-简" panose="020B0800000000000000" pitchFamily="34" charset="-122"/>
                <a:ea typeface=".萍方-简" panose="020B0800000000000000" pitchFamily="34" charset="-122"/>
              </a:defRPr>
            </a:lvl1pPr>
          </a:lstStyle>
          <a:p>
            <a:fld id="{3EF7CE9F-78FD-4E41-AC0E-9F5E8DC0D563}" type="slidenum">
              <a:rPr lang="zh-CN" altLang="en-US" smtClean="0"/>
              <a:t>‹#›</a:t>
            </a:fld>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萍方-简" panose="020B0800000000000000" pitchFamily="34" charset="-122"/>
                <a:ea typeface=".萍方-简" panose="020B0800000000000000" pitchFamily="34" charset="-122"/>
              </a:defRPr>
            </a:lvl1pPr>
          </a:lstStyle>
          <a:p>
            <a:fld id="{4CD64F9C-7D91-4A90-A7C7-DCB696AB5870}" type="datetimeFigureOut">
              <a:rPr lang="zh-CN" altLang="en-US" smtClean="0"/>
              <a:t>2025/12/14</a:t>
            </a:fld>
            <a:endParaRPr lang="zh-CN" altLang="en-US" dirty="0"/>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萍方-简" panose="020B0800000000000000" pitchFamily="34" charset="-122"/>
                <a:ea typeface=".萍方-简" panose="020B0800000000000000" pitchFamily="34" charset="-122"/>
              </a:defRPr>
            </a:lvl1pPr>
          </a:lstStyle>
          <a:p>
            <a:endParaRPr lang="zh-CN" altLang="en-US" dirty="0"/>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萍方-简" panose="020B0800000000000000" pitchFamily="34" charset="-122"/>
                <a:ea typeface=".萍方-简" panose="020B0800000000000000" pitchFamily="34" charset="-122"/>
              </a:defRPr>
            </a:lvl1pPr>
          </a:lstStyle>
          <a:p>
            <a:fld id="{3EF7CE9F-78FD-4E41-AC0E-9F5E8DC0D563}" type="slidenum">
              <a:rPr lang="zh-CN" altLang="en-US" smtClean="0"/>
              <a:t>‹#›</a:t>
            </a:fld>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萍方-简" panose="020B0800000000000000" pitchFamily="34" charset="-122"/>
          <a:ea typeface=".萍方-简" panose="020B0800000000000000" pitchFamily="3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萍方-简" panose="020B0800000000000000" pitchFamily="34" charset="-122"/>
          <a:ea typeface=".萍方-简" panose="020B0800000000000000"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萍方-简" panose="020B0800000000000000" pitchFamily="34" charset="-122"/>
          <a:ea typeface=".萍方-简" panose="020B0800000000000000"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萍方-简" panose="020B0800000000000000" pitchFamily="34" charset="-122"/>
          <a:ea typeface=".萍方-简" panose="020B0800000000000000"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萍方-简" panose="020B0800000000000000" pitchFamily="34" charset="-122"/>
          <a:ea typeface=".萍方-简" panose="020B0800000000000000"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萍方-简" panose="020B0800000000000000" pitchFamily="34" charset="-122"/>
          <a:ea typeface=".萍方-简" panose="020B0800000000000000"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D50AE7-F41E-A83F-2516-6DEAA1FABDC7}"/>
            </a:ext>
          </a:extLst>
        </p:cNvPr>
        <p:cNvGrpSpPr/>
        <p:nvPr/>
      </p:nvGrpSpPr>
      <p:grpSpPr>
        <a:xfrm>
          <a:off x="0" y="0"/>
          <a:ext cx="0" cy="0"/>
          <a:chOff x="0" y="0"/>
          <a:chExt cx="0" cy="0"/>
        </a:xfrm>
      </p:grpSpPr>
      <p:sp>
        <p:nvSpPr>
          <p:cNvPr id="4" name="椭圆 3">
            <a:extLst>
              <a:ext uri="{FF2B5EF4-FFF2-40B4-BE49-F238E27FC236}">
                <a16:creationId xmlns:a16="http://schemas.microsoft.com/office/drawing/2014/main" id="{A8FAAEF1-C315-8913-7056-AF60639F9E54}"/>
              </a:ext>
            </a:extLst>
          </p:cNvPr>
          <p:cNvSpPr/>
          <p:nvPr/>
        </p:nvSpPr>
        <p:spPr>
          <a:xfrm>
            <a:off x="-12015816" y="-11077140"/>
            <a:ext cx="29140034" cy="29140026"/>
          </a:xfrm>
          <a:prstGeom prst="ellipse">
            <a:avLst/>
          </a:prstGeom>
          <a:noFill/>
          <a:ln w="6350">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萍方-简" panose="020B0800000000000000" pitchFamily="34" charset="-122"/>
              <a:ea typeface=".萍方-简" panose="020B0800000000000000" pitchFamily="34" charset="-122"/>
              <a:cs typeface="+mn-cs"/>
            </a:endParaRPr>
          </a:p>
        </p:txBody>
      </p:sp>
      <p:sp>
        <p:nvSpPr>
          <p:cNvPr id="5" name="椭圆 4">
            <a:extLst>
              <a:ext uri="{FF2B5EF4-FFF2-40B4-BE49-F238E27FC236}">
                <a16:creationId xmlns:a16="http://schemas.microsoft.com/office/drawing/2014/main" id="{CAF6D468-3DD3-E1C5-7D0E-C174D8CC0B95}"/>
              </a:ext>
            </a:extLst>
          </p:cNvPr>
          <p:cNvSpPr/>
          <p:nvPr/>
        </p:nvSpPr>
        <p:spPr>
          <a:xfrm>
            <a:off x="-18309221" y="-17370545"/>
            <a:ext cx="41726844" cy="41726836"/>
          </a:xfrm>
          <a:prstGeom prst="ellipse">
            <a:avLst/>
          </a:prstGeom>
          <a:noFill/>
          <a:ln w="6350">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萍方-简" panose="020B0800000000000000" pitchFamily="34" charset="-122"/>
              <a:ea typeface=".萍方-简" panose="020B0800000000000000" pitchFamily="34" charset="-122"/>
              <a:cs typeface="+mn-cs"/>
            </a:endParaRPr>
          </a:p>
        </p:txBody>
      </p:sp>
      <p:sp>
        <p:nvSpPr>
          <p:cNvPr id="20" name="椭圆 19">
            <a:extLst>
              <a:ext uri="{FF2B5EF4-FFF2-40B4-BE49-F238E27FC236}">
                <a16:creationId xmlns:a16="http://schemas.microsoft.com/office/drawing/2014/main" id="{3A67A409-B7D8-B46C-FEF3-EC7AB5E43D9E}"/>
              </a:ext>
            </a:extLst>
          </p:cNvPr>
          <p:cNvSpPr/>
          <p:nvPr/>
        </p:nvSpPr>
        <p:spPr>
          <a:xfrm>
            <a:off x="1272507" y="2278882"/>
            <a:ext cx="2494596" cy="249459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萍方-简" panose="020B0800000000000000" pitchFamily="34" charset="-122"/>
              <a:ea typeface=".萍方-简" panose="020B0800000000000000" pitchFamily="34" charset="-122"/>
              <a:cs typeface="+mn-cs"/>
            </a:endParaRPr>
          </a:p>
        </p:txBody>
      </p:sp>
      <p:sp>
        <p:nvSpPr>
          <p:cNvPr id="21" name="矩形 20">
            <a:extLst>
              <a:ext uri="{FF2B5EF4-FFF2-40B4-BE49-F238E27FC236}">
                <a16:creationId xmlns:a16="http://schemas.microsoft.com/office/drawing/2014/main" id="{55046970-4545-4D9A-36EC-F9523B22178C}"/>
              </a:ext>
            </a:extLst>
          </p:cNvPr>
          <p:cNvSpPr/>
          <p:nvPr/>
        </p:nvSpPr>
        <p:spPr>
          <a:xfrm>
            <a:off x="4999418" y="3105834"/>
            <a:ext cx="5347939" cy="646331"/>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3600" dirty="0">
                <a:gradFill>
                  <a:gsLst>
                    <a:gs pos="0">
                      <a:srgbClr val="0081C5"/>
                    </a:gs>
                    <a:gs pos="100000">
                      <a:srgbClr val="00B0F0"/>
                    </a:gs>
                  </a:gsLst>
                  <a:lin ang="5400000" scaled="1"/>
                </a:gradFill>
                <a:latin typeface=".萍方-简" panose="020B0800000000000000" pitchFamily="34" charset="-122"/>
                <a:ea typeface=".萍方-简" panose="020B0800000000000000" pitchFamily="34" charset="-122"/>
              </a:rPr>
              <a:t>TP</a:t>
            </a:r>
            <a:r>
              <a:rPr lang="zh-CN" altLang="en-US" sz="3600" dirty="0">
                <a:gradFill>
                  <a:gsLst>
                    <a:gs pos="0">
                      <a:srgbClr val="0081C5"/>
                    </a:gs>
                    <a:gs pos="100000">
                      <a:srgbClr val="00B0F0"/>
                    </a:gs>
                  </a:gsLst>
                  <a:lin ang="5400000" scaled="1"/>
                </a:gradFill>
                <a:latin typeface=".萍方-简" panose="020B0800000000000000" pitchFamily="34" charset="-122"/>
                <a:ea typeface=".萍方-简" panose="020B0800000000000000" pitchFamily="34" charset="-122"/>
              </a:rPr>
              <a:t>拟合海洋剖面实验进展</a:t>
            </a:r>
          </a:p>
        </p:txBody>
      </p:sp>
      <p:pic>
        <p:nvPicPr>
          <p:cNvPr id="3" name="图片 2" descr="图标&#10;&#10;描述已自动生成">
            <a:extLst>
              <a:ext uri="{FF2B5EF4-FFF2-40B4-BE49-F238E27FC236}">
                <a16:creationId xmlns:a16="http://schemas.microsoft.com/office/drawing/2014/main" id="{752A8303-6834-F994-DA08-AB35FA34FE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12585" y="3018960"/>
            <a:ext cx="1014440" cy="1014440"/>
          </a:xfrm>
          <a:prstGeom prst="rect">
            <a:avLst/>
          </a:prstGeom>
        </p:spPr>
      </p:pic>
    </p:spTree>
    <p:extLst>
      <p:ext uri="{BB962C8B-B14F-4D97-AF65-F5344CB8AC3E}">
        <p14:creationId xmlns:p14="http://schemas.microsoft.com/office/powerpoint/2010/main" val="568752448"/>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40B313-CFDC-DE7B-D320-8556B9B54FF7}"/>
            </a:ext>
          </a:extLst>
        </p:cNvPr>
        <p:cNvGrpSpPr/>
        <p:nvPr/>
      </p:nvGrpSpPr>
      <p:grpSpPr>
        <a:xfrm>
          <a:off x="0" y="0"/>
          <a:ext cx="0" cy="0"/>
          <a:chOff x="0" y="0"/>
          <a:chExt cx="0" cy="0"/>
        </a:xfrm>
      </p:grpSpPr>
      <p:sp>
        <p:nvSpPr>
          <p:cNvPr id="24" name="矩形 23">
            <a:extLst>
              <a:ext uri="{FF2B5EF4-FFF2-40B4-BE49-F238E27FC236}">
                <a16:creationId xmlns:a16="http://schemas.microsoft.com/office/drawing/2014/main" id="{EF09B24B-B6A0-6917-A3D8-E803BA142351}"/>
              </a:ext>
            </a:extLst>
          </p:cNvPr>
          <p:cNvSpPr/>
          <p:nvPr/>
        </p:nvSpPr>
        <p:spPr>
          <a:xfrm>
            <a:off x="568620" y="902408"/>
            <a:ext cx="11284820" cy="5677501"/>
          </a:xfrm>
          <a:prstGeom prst="rect">
            <a:avLst/>
          </a:prstGeom>
          <a:solidFill>
            <a:schemeClr val="bg1">
              <a:alpha val="50000"/>
            </a:schemeClr>
          </a:solidFill>
          <a:ln>
            <a:noFill/>
          </a:ln>
          <a:effectLst>
            <a:outerShdw blurRad="596900" sx="102000" sy="102000" algn="ctr" rotWithShape="0">
              <a:prstClr val="black">
                <a:alpha val="6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endParaRPr lang="zh-CN" altLang="en-US" dirty="0">
              <a:solidFill>
                <a:schemeClr val="tx1"/>
              </a:solidFill>
            </a:endParaRPr>
          </a:p>
        </p:txBody>
      </p:sp>
      <p:sp>
        <p:nvSpPr>
          <p:cNvPr id="19" name="文本框 18">
            <a:extLst>
              <a:ext uri="{FF2B5EF4-FFF2-40B4-BE49-F238E27FC236}">
                <a16:creationId xmlns:a16="http://schemas.microsoft.com/office/drawing/2014/main" id="{CA1E1C76-58AC-7C79-15E0-CDB467EAB750}"/>
              </a:ext>
            </a:extLst>
          </p:cNvPr>
          <p:cNvSpPr txBox="1"/>
          <p:nvPr/>
        </p:nvSpPr>
        <p:spPr>
          <a:xfrm>
            <a:off x="1549054" y="310251"/>
            <a:ext cx="2906565" cy="497316"/>
          </a:xfrm>
          <a:prstGeom prst="rect">
            <a:avLst/>
          </a:prstGeom>
          <a:noFill/>
        </p:spPr>
        <p:txBody>
          <a:bodyPr wrap="none" rtlCol="0">
            <a:spAutoFit/>
          </a:bodyPr>
          <a:lstStyle>
            <a:defPPr>
              <a:defRPr lang="zh-CN"/>
            </a:defPPr>
            <a:lvl1pPr>
              <a:lnSpc>
                <a:spcPct val="120000"/>
              </a:lnSpc>
              <a:defRPr sz="2400" b="1">
                <a:gradFill>
                  <a:gsLst>
                    <a:gs pos="0">
                      <a:srgbClr val="00B0F0"/>
                    </a:gs>
                    <a:gs pos="100000">
                      <a:srgbClr val="0070C0"/>
                    </a:gs>
                  </a:gsLst>
                  <a:lin ang="5400000" scaled="1"/>
                </a:gradFill>
                <a:latin typeface="思源黑体 CN Medium" panose="020B0600000000000000" pitchFamily="34" charset="-122"/>
                <a:ea typeface="思源黑体 CN Medium" panose="020B0600000000000000" pitchFamily="34" charset="-122"/>
              </a:defRPr>
            </a:lvl1pPr>
          </a:lstStyle>
          <a:p>
            <a:r>
              <a:rPr lang="zh-CN" altLang="en-US" dirty="0"/>
              <a:t>上层</a:t>
            </a:r>
            <a:r>
              <a:rPr lang="en-US" altLang="zh-CN" dirty="0"/>
              <a:t>200</a:t>
            </a:r>
            <a:r>
              <a:rPr lang="zh-CN" altLang="en-US" dirty="0"/>
              <a:t>米深度测试</a:t>
            </a:r>
            <a:endParaRPr lang="zh-CN" altLang="en-US" dirty="0">
              <a:latin typeface="+mn-lt"/>
              <a:ea typeface="+mn-ea"/>
              <a:cs typeface="+mn-ea"/>
            </a:endParaRPr>
          </a:p>
        </p:txBody>
      </p:sp>
      <p:grpSp>
        <p:nvGrpSpPr>
          <p:cNvPr id="21" name="组合 20">
            <a:extLst>
              <a:ext uri="{FF2B5EF4-FFF2-40B4-BE49-F238E27FC236}">
                <a16:creationId xmlns:a16="http://schemas.microsoft.com/office/drawing/2014/main" id="{1A2BE70A-DDC9-CAFA-4124-90D9CED64BA5}"/>
              </a:ext>
            </a:extLst>
          </p:cNvPr>
          <p:cNvGrpSpPr/>
          <p:nvPr/>
        </p:nvGrpSpPr>
        <p:grpSpPr>
          <a:xfrm>
            <a:off x="839788" y="553867"/>
            <a:ext cx="109520" cy="109520"/>
            <a:chOff x="839788" y="553867"/>
            <a:chExt cx="109520" cy="109520"/>
          </a:xfrm>
        </p:grpSpPr>
        <p:sp>
          <p:nvSpPr>
            <p:cNvPr id="22" name="椭圆 21">
              <a:extLst>
                <a:ext uri="{FF2B5EF4-FFF2-40B4-BE49-F238E27FC236}">
                  <a16:creationId xmlns:a16="http://schemas.microsoft.com/office/drawing/2014/main" id="{9A2411FA-C7AF-3F19-6FB8-246A9A6E7BD3}"/>
                </a:ext>
              </a:extLst>
            </p:cNvPr>
            <p:cNvSpPr/>
            <p:nvPr/>
          </p:nvSpPr>
          <p:spPr>
            <a:xfrm>
              <a:off x="839788" y="553867"/>
              <a:ext cx="109520" cy="109520"/>
            </a:xfrm>
            <a:prstGeom prst="ellipse">
              <a:avLst/>
            </a:prstGeom>
            <a:gradFill>
              <a:gsLst>
                <a:gs pos="0">
                  <a:srgbClr val="00B0F0"/>
                </a:gs>
                <a:gs pos="100000">
                  <a:srgbClr val="0070C0"/>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cs typeface="+mn-ea"/>
                <a:sym typeface="+mn-lt"/>
              </a:endParaRPr>
            </a:p>
          </p:txBody>
        </p:sp>
        <p:sp>
          <p:nvSpPr>
            <p:cNvPr id="23" name="椭圆 22">
              <a:extLst>
                <a:ext uri="{FF2B5EF4-FFF2-40B4-BE49-F238E27FC236}">
                  <a16:creationId xmlns:a16="http://schemas.microsoft.com/office/drawing/2014/main" id="{4F5D44A3-7AD3-D6E2-B32D-4361A450D473}"/>
                </a:ext>
              </a:extLst>
            </p:cNvPr>
            <p:cNvSpPr/>
            <p:nvPr/>
          </p:nvSpPr>
          <p:spPr>
            <a:xfrm>
              <a:off x="858090" y="572169"/>
              <a:ext cx="72916" cy="729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cs typeface="+mn-ea"/>
                <a:sym typeface="+mn-lt"/>
              </a:endParaRPr>
            </a:p>
          </p:txBody>
        </p:sp>
      </p:grpSp>
      <p:grpSp>
        <p:nvGrpSpPr>
          <p:cNvPr id="34" name="组合 4">
            <a:extLst>
              <a:ext uri="{FF2B5EF4-FFF2-40B4-BE49-F238E27FC236}">
                <a16:creationId xmlns:a16="http://schemas.microsoft.com/office/drawing/2014/main" id="{13921226-FCC7-39A9-4070-93C9E8CAB2EA}"/>
              </a:ext>
            </a:extLst>
          </p:cNvPr>
          <p:cNvGrpSpPr/>
          <p:nvPr/>
        </p:nvGrpSpPr>
        <p:grpSpPr bwMode="auto">
          <a:xfrm>
            <a:off x="0" y="333375"/>
            <a:ext cx="1489075" cy="419100"/>
            <a:chOff x="0" y="0"/>
            <a:chExt cx="1489439" cy="419100"/>
          </a:xfrm>
        </p:grpSpPr>
        <p:sp>
          <p:nvSpPr>
            <p:cNvPr id="35" name="矩形 5">
              <a:extLst>
                <a:ext uri="{FF2B5EF4-FFF2-40B4-BE49-F238E27FC236}">
                  <a16:creationId xmlns:a16="http://schemas.microsoft.com/office/drawing/2014/main" id="{08532C1F-AAF0-92C6-0DB3-73C93B7D1B21}"/>
                </a:ext>
              </a:extLst>
            </p:cNvPr>
            <p:cNvSpPr>
              <a:spLocks noChangeArrowheads="1"/>
            </p:cNvSpPr>
            <p:nvPr/>
          </p:nvSpPr>
          <p:spPr bwMode="auto">
            <a:xfrm>
              <a:off x="0" y="0"/>
              <a:ext cx="1260840" cy="419100"/>
            </a:xfrm>
            <a:prstGeom prst="rect">
              <a:avLst/>
            </a:prstGeom>
            <a:solidFill>
              <a:srgbClr val="269FD3"/>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36" name="矩形 6">
              <a:extLst>
                <a:ext uri="{FF2B5EF4-FFF2-40B4-BE49-F238E27FC236}">
                  <a16:creationId xmlns:a16="http://schemas.microsoft.com/office/drawing/2014/main" id="{EB6D68D9-8704-8F08-9CB1-2B8945DD564B}"/>
                </a:ext>
              </a:extLst>
            </p:cNvPr>
            <p:cNvSpPr>
              <a:spLocks noChangeArrowheads="1"/>
            </p:cNvSpPr>
            <p:nvPr/>
          </p:nvSpPr>
          <p:spPr bwMode="auto">
            <a:xfrm>
              <a:off x="1317989" y="0"/>
              <a:ext cx="66675" cy="419100"/>
            </a:xfrm>
            <a:prstGeom prst="rect">
              <a:avLst/>
            </a:prstGeom>
            <a:solidFill>
              <a:srgbClr val="269FD3"/>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37" name="矩形 7">
              <a:extLst>
                <a:ext uri="{FF2B5EF4-FFF2-40B4-BE49-F238E27FC236}">
                  <a16:creationId xmlns:a16="http://schemas.microsoft.com/office/drawing/2014/main" id="{280A3EB5-1E2F-8D52-1C1D-A139AD490C79}"/>
                </a:ext>
              </a:extLst>
            </p:cNvPr>
            <p:cNvSpPr>
              <a:spLocks noChangeArrowheads="1"/>
            </p:cNvSpPr>
            <p:nvPr/>
          </p:nvSpPr>
          <p:spPr bwMode="auto">
            <a:xfrm>
              <a:off x="1441813" y="219075"/>
              <a:ext cx="47626" cy="200025"/>
            </a:xfrm>
            <a:prstGeom prst="rect">
              <a:avLst/>
            </a:prstGeom>
            <a:solidFill>
              <a:srgbClr val="269FD3"/>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grpSp>
      <p:sp>
        <p:nvSpPr>
          <p:cNvPr id="10" name="文本框 9"/>
          <p:cNvSpPr txBox="1"/>
          <p:nvPr/>
        </p:nvSpPr>
        <p:spPr>
          <a:xfrm>
            <a:off x="1260532" y="1635101"/>
            <a:ext cx="10343310" cy="3877985"/>
          </a:xfrm>
          <a:prstGeom prst="rect">
            <a:avLst/>
          </a:prstGeom>
          <a:noFill/>
        </p:spPr>
        <p:txBody>
          <a:bodyPr wrap="square">
            <a:spAutoFit/>
          </a:bodyPr>
          <a:lstStyle/>
          <a:p>
            <a:pPr>
              <a:buNone/>
            </a:pPr>
            <a:r>
              <a:rPr lang="zh-CN" altLang="en-US" sz="1600" dirty="0"/>
              <a:t>在上层</a:t>
            </a:r>
            <a:r>
              <a:rPr lang="en-US" altLang="zh-CN" sz="1600" dirty="0"/>
              <a:t>200</a:t>
            </a:r>
            <a:r>
              <a:rPr lang="zh-CN" altLang="en-US" sz="1600" dirty="0"/>
              <a:t>米深度，用</a:t>
            </a:r>
            <a:r>
              <a:rPr lang="en-US" altLang="zh-CN" sz="1600" dirty="0"/>
              <a:t>AI-</a:t>
            </a:r>
            <a:r>
              <a:rPr lang="zh-CN" altLang="en-US" sz="1600" dirty="0"/>
              <a:t>智选的</a:t>
            </a:r>
            <a:r>
              <a:rPr lang="en-US" altLang="zh-CN" sz="1600" dirty="0"/>
              <a:t>8</a:t>
            </a:r>
            <a:r>
              <a:rPr lang="zh-CN" altLang="en-US" sz="1600" dirty="0"/>
              <a:t>个测量点，同每</a:t>
            </a:r>
            <a:r>
              <a:rPr lang="en-US" altLang="zh-CN" sz="1600" dirty="0"/>
              <a:t>10</a:t>
            </a:r>
            <a:r>
              <a:rPr lang="zh-CN" altLang="en-US" sz="1600" dirty="0"/>
              <a:t>米测一个点，每</a:t>
            </a:r>
            <a:r>
              <a:rPr lang="en-US" altLang="zh-CN" sz="1600" dirty="0"/>
              <a:t>5</a:t>
            </a:r>
            <a:r>
              <a:rPr lang="zh-CN" altLang="en-US" sz="1600" dirty="0"/>
              <a:t>米测一个点，及</a:t>
            </a:r>
            <a:r>
              <a:rPr lang="en-US" altLang="zh-CN" sz="1600" dirty="0"/>
              <a:t>global </a:t>
            </a:r>
            <a:r>
              <a:rPr lang="zh-CN" altLang="en-US" sz="1600" dirty="0"/>
              <a:t>比较准确性</a:t>
            </a:r>
            <a:endParaRPr lang="en-US" altLang="zh-CN" sz="1600" dirty="0"/>
          </a:p>
          <a:p>
            <a:pPr>
              <a:buNone/>
            </a:pPr>
            <a:endParaRPr lang="en-US" altLang="zh-CN" sz="1600" dirty="0"/>
          </a:p>
          <a:p>
            <a:r>
              <a:rPr lang="en-US" altLang="zh-CN" dirty="0"/>
              <a:t>  - Global</a:t>
            </a:r>
            <a:r>
              <a:rPr lang="zh-CN" altLang="en-US" dirty="0"/>
              <a:t>（全量拟合，上限对照；评估仅看 </a:t>
            </a:r>
            <a:r>
              <a:rPr lang="en-US" altLang="zh-CN" dirty="0"/>
              <a:t>0–200 m</a:t>
            </a:r>
            <a:r>
              <a:rPr lang="zh-CN" altLang="en-US" dirty="0"/>
              <a:t>）</a:t>
            </a:r>
          </a:p>
          <a:p>
            <a:r>
              <a:rPr lang="zh-CN" altLang="en-US" dirty="0"/>
              <a:t>  </a:t>
            </a:r>
            <a:r>
              <a:rPr lang="en-US" altLang="zh-CN" dirty="0"/>
              <a:t>- AI-8</a:t>
            </a:r>
            <a:r>
              <a:rPr lang="zh-CN" altLang="en-US" dirty="0"/>
              <a:t>（</a:t>
            </a:r>
            <a:r>
              <a:rPr lang="en-US" altLang="zh-CN" dirty="0"/>
              <a:t>Upper-200 D-optimal </a:t>
            </a:r>
            <a:r>
              <a:rPr lang="zh-CN" altLang="en-US" dirty="0"/>
              <a:t>智选 </a:t>
            </a:r>
            <a:r>
              <a:rPr lang="en-US" altLang="zh-CN" dirty="0"/>
              <a:t>8 </a:t>
            </a:r>
            <a:r>
              <a:rPr lang="zh-CN" altLang="en-US" dirty="0"/>
              <a:t>点）</a:t>
            </a:r>
          </a:p>
          <a:p>
            <a:r>
              <a:rPr lang="zh-CN" altLang="en-US" dirty="0"/>
              <a:t>  </a:t>
            </a:r>
            <a:r>
              <a:rPr lang="en-US" altLang="zh-CN" dirty="0"/>
              <a:t>-</a:t>
            </a:r>
            <a:r>
              <a:rPr lang="zh-CN" altLang="en-US" dirty="0"/>
              <a:t> </a:t>
            </a:r>
            <a:r>
              <a:rPr lang="en-US" altLang="zh-CN" dirty="0"/>
              <a:t>Uniform-10m</a:t>
            </a:r>
            <a:r>
              <a:rPr lang="zh-CN" altLang="en-US" dirty="0"/>
              <a:t>（每 </a:t>
            </a:r>
            <a:r>
              <a:rPr lang="en-US" altLang="zh-CN" dirty="0"/>
              <a:t>10 m </a:t>
            </a:r>
            <a:r>
              <a:rPr lang="zh-CN" altLang="en-US" dirty="0"/>
              <a:t>一点，避开 </a:t>
            </a:r>
            <a:r>
              <a:rPr lang="en-US" altLang="zh-CN" dirty="0"/>
              <a:t>0</a:t>
            </a:r>
            <a:r>
              <a:rPr lang="zh-CN" altLang="en-US" dirty="0"/>
              <a:t>，包含 </a:t>
            </a:r>
            <a:r>
              <a:rPr lang="en-US" altLang="zh-CN" dirty="0"/>
              <a:t>1 </a:t>
            </a:r>
            <a:r>
              <a:rPr lang="en-US" altLang="zh-CN" dirty="0" err="1"/>
              <a:t>dbar</a:t>
            </a:r>
            <a:r>
              <a:rPr lang="zh-CN" altLang="en-US" dirty="0"/>
              <a:t>）</a:t>
            </a:r>
          </a:p>
          <a:p>
            <a:r>
              <a:rPr lang="zh-CN" altLang="en-US" dirty="0"/>
              <a:t>  </a:t>
            </a:r>
            <a:r>
              <a:rPr lang="en-US" altLang="zh-CN" dirty="0"/>
              <a:t>- Uniform-5m</a:t>
            </a:r>
            <a:r>
              <a:rPr lang="zh-CN" altLang="en-US" dirty="0"/>
              <a:t>（每 </a:t>
            </a:r>
            <a:r>
              <a:rPr lang="en-US" altLang="zh-CN" dirty="0"/>
              <a:t>5 m </a:t>
            </a:r>
            <a:r>
              <a:rPr lang="zh-CN" altLang="en-US" dirty="0"/>
              <a:t>一点，避开 </a:t>
            </a:r>
            <a:r>
              <a:rPr lang="en-US" altLang="zh-CN" dirty="0"/>
              <a:t>0</a:t>
            </a:r>
            <a:r>
              <a:rPr lang="zh-CN" altLang="en-US" dirty="0"/>
              <a:t>，包含 </a:t>
            </a:r>
            <a:r>
              <a:rPr lang="en-US" altLang="zh-CN" dirty="0"/>
              <a:t>1 </a:t>
            </a:r>
            <a:r>
              <a:rPr lang="en-US" altLang="zh-CN" dirty="0" err="1"/>
              <a:t>dbar</a:t>
            </a:r>
            <a:r>
              <a:rPr lang="zh-CN" altLang="en-US" dirty="0"/>
              <a:t>）</a:t>
            </a:r>
            <a:endParaRPr lang="en-US" altLang="zh-CN" dirty="0"/>
          </a:p>
          <a:p>
            <a:endParaRPr lang="en-US" altLang="zh-CN" dirty="0"/>
          </a:p>
          <a:p>
            <a:r>
              <a:rPr lang="zh-CN" altLang="en-US" dirty="0"/>
              <a:t>四法的总体误差非常接近，</a:t>
            </a:r>
            <a:r>
              <a:rPr lang="en-US" altLang="zh-CN" dirty="0"/>
              <a:t>AI-8 </a:t>
            </a:r>
            <a:r>
              <a:rPr lang="zh-CN" altLang="en-US" dirty="0"/>
              <a:t>与 </a:t>
            </a:r>
            <a:r>
              <a:rPr lang="en-US" altLang="zh-CN" dirty="0"/>
              <a:t>Uniform-10m/5m </a:t>
            </a:r>
            <a:r>
              <a:rPr lang="zh-CN" altLang="en-US" dirty="0"/>
              <a:t>的 </a:t>
            </a:r>
            <a:r>
              <a:rPr lang="en-US" altLang="zh-CN" dirty="0"/>
              <a:t>MAE/RMSE/</a:t>
            </a:r>
            <a:r>
              <a:rPr lang="en-US" altLang="zh-CN" dirty="0" err="1"/>
              <a:t>MaxAbs</a:t>
            </a:r>
            <a:r>
              <a:rPr lang="en-US" altLang="zh-CN" dirty="0"/>
              <a:t> </a:t>
            </a:r>
            <a:r>
              <a:rPr lang="zh-CN" altLang="en-US" dirty="0"/>
              <a:t>差异在千分量级：</a:t>
            </a:r>
          </a:p>
          <a:p>
            <a:r>
              <a:rPr lang="zh-CN" altLang="en-US" dirty="0"/>
              <a:t>  </a:t>
            </a:r>
            <a:r>
              <a:rPr lang="en-US" altLang="zh-CN" dirty="0"/>
              <a:t>-</a:t>
            </a:r>
            <a:r>
              <a:rPr lang="zh-CN" altLang="en-US" dirty="0"/>
              <a:t> </a:t>
            </a:r>
            <a:r>
              <a:rPr lang="en-US" altLang="zh-CN" dirty="0"/>
              <a:t>Global</a:t>
            </a:r>
            <a:r>
              <a:rPr lang="zh-CN" altLang="en-US" dirty="0"/>
              <a:t>：</a:t>
            </a:r>
            <a:r>
              <a:rPr lang="en-US" altLang="zh-CN" dirty="0"/>
              <a:t>`MAE=0.3602`</a:t>
            </a:r>
            <a:r>
              <a:rPr lang="zh-CN" altLang="en-US" dirty="0"/>
              <a:t>，</a:t>
            </a:r>
            <a:r>
              <a:rPr lang="en-US" altLang="zh-CN" dirty="0"/>
              <a:t>`RMSE=0.4808`</a:t>
            </a:r>
            <a:r>
              <a:rPr lang="zh-CN" altLang="en-US" dirty="0"/>
              <a:t>，</a:t>
            </a:r>
            <a:r>
              <a:rPr lang="en-US" altLang="zh-CN" dirty="0"/>
              <a:t>`</a:t>
            </a:r>
            <a:r>
              <a:rPr lang="en-US" altLang="zh-CN" dirty="0" err="1"/>
              <a:t>MaxAbs</a:t>
            </a:r>
            <a:r>
              <a:rPr lang="en-US" altLang="zh-CN" dirty="0"/>
              <a:t>=1.500`</a:t>
            </a:r>
            <a:r>
              <a:rPr lang="zh-CN" altLang="en-US" dirty="0"/>
              <a:t>，</a:t>
            </a:r>
            <a:r>
              <a:rPr lang="en-US" altLang="zh-CN" dirty="0"/>
              <a:t>`Std=0.4807`</a:t>
            </a:r>
          </a:p>
          <a:p>
            <a:r>
              <a:rPr lang="en-US" altLang="zh-CN" dirty="0"/>
              <a:t>  - AI-8</a:t>
            </a:r>
            <a:r>
              <a:rPr lang="zh-CN" altLang="en-US" dirty="0"/>
              <a:t>：</a:t>
            </a:r>
            <a:r>
              <a:rPr lang="en-US" altLang="zh-CN" dirty="0"/>
              <a:t>`MAE=0.3586`</a:t>
            </a:r>
            <a:r>
              <a:rPr lang="zh-CN" altLang="en-US" dirty="0"/>
              <a:t>，</a:t>
            </a:r>
            <a:r>
              <a:rPr lang="en-US" altLang="zh-CN" dirty="0"/>
              <a:t>`RMSE=0.4802`</a:t>
            </a:r>
            <a:r>
              <a:rPr lang="zh-CN" altLang="en-US" dirty="0"/>
              <a:t>，</a:t>
            </a:r>
            <a:r>
              <a:rPr lang="en-US" altLang="zh-CN" dirty="0"/>
              <a:t>`</a:t>
            </a:r>
            <a:r>
              <a:rPr lang="en-US" altLang="zh-CN" dirty="0" err="1"/>
              <a:t>MaxAbs</a:t>
            </a:r>
            <a:r>
              <a:rPr lang="en-US" altLang="zh-CN" dirty="0"/>
              <a:t>=1.486`</a:t>
            </a:r>
            <a:r>
              <a:rPr lang="zh-CN" altLang="en-US" dirty="0"/>
              <a:t>，</a:t>
            </a:r>
            <a:r>
              <a:rPr lang="en-US" altLang="zh-CN" dirty="0"/>
              <a:t>`Std=0.4802`</a:t>
            </a:r>
          </a:p>
          <a:p>
            <a:r>
              <a:rPr lang="en-US" altLang="zh-CN" dirty="0"/>
              <a:t>  - Uniform-10m</a:t>
            </a:r>
            <a:r>
              <a:rPr lang="zh-CN" altLang="en-US" dirty="0"/>
              <a:t>：</a:t>
            </a:r>
            <a:r>
              <a:rPr lang="en-US" altLang="zh-CN" dirty="0"/>
              <a:t>`MAE=0.3589`</a:t>
            </a:r>
            <a:r>
              <a:rPr lang="zh-CN" altLang="en-US" dirty="0"/>
              <a:t>，</a:t>
            </a:r>
            <a:r>
              <a:rPr lang="en-US" altLang="zh-CN" dirty="0"/>
              <a:t>`RMSE=0.4803`</a:t>
            </a:r>
            <a:r>
              <a:rPr lang="zh-CN" altLang="en-US" dirty="0"/>
              <a:t>，</a:t>
            </a:r>
            <a:r>
              <a:rPr lang="en-US" altLang="zh-CN" dirty="0"/>
              <a:t>`</a:t>
            </a:r>
            <a:r>
              <a:rPr lang="en-US" altLang="zh-CN" dirty="0" err="1"/>
              <a:t>MaxAbs</a:t>
            </a:r>
            <a:r>
              <a:rPr lang="en-US" altLang="zh-CN" dirty="0"/>
              <a:t>=1.493`</a:t>
            </a:r>
            <a:r>
              <a:rPr lang="zh-CN" altLang="en-US" dirty="0"/>
              <a:t>，</a:t>
            </a:r>
            <a:r>
              <a:rPr lang="en-US" altLang="zh-CN" dirty="0"/>
              <a:t>`Std=0.4803`</a:t>
            </a:r>
          </a:p>
          <a:p>
            <a:r>
              <a:rPr lang="en-US" altLang="zh-CN" dirty="0"/>
              <a:t>  - Uniform-5m</a:t>
            </a:r>
            <a:r>
              <a:rPr lang="zh-CN" altLang="en-US" dirty="0"/>
              <a:t>：</a:t>
            </a:r>
            <a:r>
              <a:rPr lang="en-US" altLang="zh-CN" dirty="0"/>
              <a:t>`MAE=0.3591`</a:t>
            </a:r>
            <a:r>
              <a:rPr lang="zh-CN" altLang="en-US" dirty="0"/>
              <a:t>，</a:t>
            </a:r>
            <a:r>
              <a:rPr lang="en-US" altLang="zh-CN" dirty="0"/>
              <a:t>`RMSE=0.4804`</a:t>
            </a:r>
            <a:r>
              <a:rPr lang="zh-CN" altLang="en-US" dirty="0"/>
              <a:t>，</a:t>
            </a:r>
            <a:r>
              <a:rPr lang="en-US" altLang="zh-CN" dirty="0"/>
              <a:t>`</a:t>
            </a:r>
            <a:r>
              <a:rPr lang="en-US" altLang="zh-CN" dirty="0" err="1"/>
              <a:t>MaxAbs</a:t>
            </a:r>
            <a:r>
              <a:rPr lang="en-US" altLang="zh-CN" dirty="0"/>
              <a:t>=1.494`</a:t>
            </a:r>
            <a:r>
              <a:rPr lang="zh-CN" altLang="en-US" dirty="0"/>
              <a:t>，</a:t>
            </a:r>
            <a:r>
              <a:rPr lang="en-US" altLang="zh-CN" dirty="0"/>
              <a:t>`Std=0.4804`</a:t>
            </a:r>
          </a:p>
          <a:p>
            <a:endParaRPr lang="zh-CN" altLang="en-US" dirty="0"/>
          </a:p>
          <a:p>
            <a:pPr>
              <a:buNone/>
            </a:pPr>
            <a:endParaRPr lang="zh-CN" altLang="en-US" sz="1600" dirty="0"/>
          </a:p>
        </p:txBody>
      </p:sp>
    </p:spTree>
    <p:extLst>
      <p:ext uri="{BB962C8B-B14F-4D97-AF65-F5344CB8AC3E}">
        <p14:creationId xmlns:p14="http://schemas.microsoft.com/office/powerpoint/2010/main" val="11215236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4AC987-18E1-7CF7-0C97-7B7D87996D35}"/>
            </a:ext>
          </a:extLst>
        </p:cNvPr>
        <p:cNvGrpSpPr/>
        <p:nvPr/>
      </p:nvGrpSpPr>
      <p:grpSpPr>
        <a:xfrm>
          <a:off x="0" y="0"/>
          <a:ext cx="0" cy="0"/>
          <a:chOff x="0" y="0"/>
          <a:chExt cx="0" cy="0"/>
        </a:xfrm>
      </p:grpSpPr>
      <p:sp>
        <p:nvSpPr>
          <p:cNvPr id="24" name="矩形 23">
            <a:extLst>
              <a:ext uri="{FF2B5EF4-FFF2-40B4-BE49-F238E27FC236}">
                <a16:creationId xmlns:a16="http://schemas.microsoft.com/office/drawing/2014/main" id="{01A51275-C23D-5650-716A-34CD016194D5}"/>
              </a:ext>
            </a:extLst>
          </p:cNvPr>
          <p:cNvSpPr/>
          <p:nvPr/>
        </p:nvSpPr>
        <p:spPr>
          <a:xfrm>
            <a:off x="568620" y="902408"/>
            <a:ext cx="11284820" cy="5677501"/>
          </a:xfrm>
          <a:prstGeom prst="rect">
            <a:avLst/>
          </a:prstGeom>
          <a:solidFill>
            <a:schemeClr val="bg1">
              <a:alpha val="50000"/>
            </a:schemeClr>
          </a:solidFill>
          <a:ln>
            <a:noFill/>
          </a:ln>
          <a:effectLst>
            <a:outerShdw blurRad="596900" sx="102000" sy="102000" algn="ctr" rotWithShape="0">
              <a:prstClr val="black">
                <a:alpha val="6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endParaRPr lang="zh-CN" altLang="en-US" dirty="0">
              <a:solidFill>
                <a:schemeClr val="tx1"/>
              </a:solidFill>
            </a:endParaRPr>
          </a:p>
        </p:txBody>
      </p:sp>
      <p:grpSp>
        <p:nvGrpSpPr>
          <p:cNvPr id="21" name="组合 20">
            <a:extLst>
              <a:ext uri="{FF2B5EF4-FFF2-40B4-BE49-F238E27FC236}">
                <a16:creationId xmlns:a16="http://schemas.microsoft.com/office/drawing/2014/main" id="{5E12E591-55AB-0554-798A-F9EE6BB65AD0}"/>
              </a:ext>
            </a:extLst>
          </p:cNvPr>
          <p:cNvGrpSpPr/>
          <p:nvPr/>
        </p:nvGrpSpPr>
        <p:grpSpPr>
          <a:xfrm>
            <a:off x="839788" y="553867"/>
            <a:ext cx="109520" cy="109520"/>
            <a:chOff x="839788" y="553867"/>
            <a:chExt cx="109520" cy="109520"/>
          </a:xfrm>
        </p:grpSpPr>
        <p:sp>
          <p:nvSpPr>
            <p:cNvPr id="22" name="椭圆 21">
              <a:extLst>
                <a:ext uri="{FF2B5EF4-FFF2-40B4-BE49-F238E27FC236}">
                  <a16:creationId xmlns:a16="http://schemas.microsoft.com/office/drawing/2014/main" id="{9AFDDAC5-867E-3B8E-A283-93E794B436A1}"/>
                </a:ext>
              </a:extLst>
            </p:cNvPr>
            <p:cNvSpPr/>
            <p:nvPr/>
          </p:nvSpPr>
          <p:spPr>
            <a:xfrm>
              <a:off x="839788" y="553867"/>
              <a:ext cx="109520" cy="109520"/>
            </a:xfrm>
            <a:prstGeom prst="ellipse">
              <a:avLst/>
            </a:prstGeom>
            <a:gradFill>
              <a:gsLst>
                <a:gs pos="0">
                  <a:srgbClr val="00B0F0"/>
                </a:gs>
                <a:gs pos="100000">
                  <a:srgbClr val="0070C0"/>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cs typeface="+mn-ea"/>
                <a:sym typeface="+mn-lt"/>
              </a:endParaRPr>
            </a:p>
          </p:txBody>
        </p:sp>
        <p:sp>
          <p:nvSpPr>
            <p:cNvPr id="23" name="椭圆 22">
              <a:extLst>
                <a:ext uri="{FF2B5EF4-FFF2-40B4-BE49-F238E27FC236}">
                  <a16:creationId xmlns:a16="http://schemas.microsoft.com/office/drawing/2014/main" id="{19CC276C-E284-AEE0-73F3-C07CD7A141C7}"/>
                </a:ext>
              </a:extLst>
            </p:cNvPr>
            <p:cNvSpPr/>
            <p:nvPr/>
          </p:nvSpPr>
          <p:spPr>
            <a:xfrm>
              <a:off x="858090" y="572169"/>
              <a:ext cx="72916" cy="729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cs typeface="+mn-ea"/>
                <a:sym typeface="+mn-lt"/>
              </a:endParaRPr>
            </a:p>
          </p:txBody>
        </p:sp>
      </p:grpSp>
      <p:grpSp>
        <p:nvGrpSpPr>
          <p:cNvPr id="34" name="组合 4">
            <a:extLst>
              <a:ext uri="{FF2B5EF4-FFF2-40B4-BE49-F238E27FC236}">
                <a16:creationId xmlns:a16="http://schemas.microsoft.com/office/drawing/2014/main" id="{8993EDF6-ED16-D21D-6867-14D1DA6C6E47}"/>
              </a:ext>
            </a:extLst>
          </p:cNvPr>
          <p:cNvGrpSpPr/>
          <p:nvPr/>
        </p:nvGrpSpPr>
        <p:grpSpPr bwMode="auto">
          <a:xfrm>
            <a:off x="0" y="333375"/>
            <a:ext cx="1489075" cy="419100"/>
            <a:chOff x="0" y="0"/>
            <a:chExt cx="1489439" cy="419100"/>
          </a:xfrm>
        </p:grpSpPr>
        <p:sp>
          <p:nvSpPr>
            <p:cNvPr id="35" name="矩形 5">
              <a:extLst>
                <a:ext uri="{FF2B5EF4-FFF2-40B4-BE49-F238E27FC236}">
                  <a16:creationId xmlns:a16="http://schemas.microsoft.com/office/drawing/2014/main" id="{D9C48E98-854C-A798-FAC6-86555B2924E9}"/>
                </a:ext>
              </a:extLst>
            </p:cNvPr>
            <p:cNvSpPr>
              <a:spLocks noChangeArrowheads="1"/>
            </p:cNvSpPr>
            <p:nvPr/>
          </p:nvSpPr>
          <p:spPr bwMode="auto">
            <a:xfrm>
              <a:off x="0" y="0"/>
              <a:ext cx="1260840" cy="419100"/>
            </a:xfrm>
            <a:prstGeom prst="rect">
              <a:avLst/>
            </a:prstGeom>
            <a:solidFill>
              <a:srgbClr val="269FD3"/>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36" name="矩形 6">
              <a:extLst>
                <a:ext uri="{FF2B5EF4-FFF2-40B4-BE49-F238E27FC236}">
                  <a16:creationId xmlns:a16="http://schemas.microsoft.com/office/drawing/2014/main" id="{55EA632B-EAFA-FF3E-9CE7-2E7074ADAA9A}"/>
                </a:ext>
              </a:extLst>
            </p:cNvPr>
            <p:cNvSpPr>
              <a:spLocks noChangeArrowheads="1"/>
            </p:cNvSpPr>
            <p:nvPr/>
          </p:nvSpPr>
          <p:spPr bwMode="auto">
            <a:xfrm>
              <a:off x="1317989" y="0"/>
              <a:ext cx="66675" cy="419100"/>
            </a:xfrm>
            <a:prstGeom prst="rect">
              <a:avLst/>
            </a:prstGeom>
            <a:solidFill>
              <a:srgbClr val="269FD3"/>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37" name="矩形 7">
              <a:extLst>
                <a:ext uri="{FF2B5EF4-FFF2-40B4-BE49-F238E27FC236}">
                  <a16:creationId xmlns:a16="http://schemas.microsoft.com/office/drawing/2014/main" id="{71FF3003-49C9-A345-C1AC-E94A5DEEFF19}"/>
                </a:ext>
              </a:extLst>
            </p:cNvPr>
            <p:cNvSpPr>
              <a:spLocks noChangeArrowheads="1"/>
            </p:cNvSpPr>
            <p:nvPr/>
          </p:nvSpPr>
          <p:spPr bwMode="auto">
            <a:xfrm>
              <a:off x="1441813" y="219075"/>
              <a:ext cx="47626" cy="200025"/>
            </a:xfrm>
            <a:prstGeom prst="rect">
              <a:avLst/>
            </a:prstGeom>
            <a:solidFill>
              <a:srgbClr val="269FD3"/>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grpSp>
      <p:pic>
        <p:nvPicPr>
          <p:cNvPr id="3" name="图片 2" descr="图表, 折线图&#10;&#10;AI 生成的内容可能不正确。">
            <a:extLst>
              <a:ext uri="{FF2B5EF4-FFF2-40B4-BE49-F238E27FC236}">
                <a16:creationId xmlns:a16="http://schemas.microsoft.com/office/drawing/2014/main" id="{C67A64A9-90A0-E8AB-6A39-B540D0426DD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32315" y="1034330"/>
            <a:ext cx="8363113" cy="5226945"/>
          </a:xfrm>
          <a:prstGeom prst="rect">
            <a:avLst/>
          </a:prstGeom>
        </p:spPr>
      </p:pic>
      <p:sp>
        <p:nvSpPr>
          <p:cNvPr id="2" name="文本框 1">
            <a:extLst>
              <a:ext uri="{FF2B5EF4-FFF2-40B4-BE49-F238E27FC236}">
                <a16:creationId xmlns:a16="http://schemas.microsoft.com/office/drawing/2014/main" id="{4AB0E21A-6EFA-0C18-AC29-EECB4FA229E8}"/>
              </a:ext>
            </a:extLst>
          </p:cNvPr>
          <p:cNvSpPr txBox="1"/>
          <p:nvPr/>
        </p:nvSpPr>
        <p:spPr>
          <a:xfrm>
            <a:off x="1549054" y="310251"/>
            <a:ext cx="2906565" cy="497316"/>
          </a:xfrm>
          <a:prstGeom prst="rect">
            <a:avLst/>
          </a:prstGeom>
          <a:noFill/>
        </p:spPr>
        <p:txBody>
          <a:bodyPr wrap="none" rtlCol="0">
            <a:spAutoFit/>
          </a:bodyPr>
          <a:lstStyle>
            <a:defPPr>
              <a:defRPr lang="zh-CN"/>
            </a:defPPr>
            <a:lvl1pPr>
              <a:lnSpc>
                <a:spcPct val="120000"/>
              </a:lnSpc>
              <a:defRPr sz="2400" b="1">
                <a:gradFill>
                  <a:gsLst>
                    <a:gs pos="0">
                      <a:srgbClr val="00B0F0"/>
                    </a:gs>
                    <a:gs pos="100000">
                      <a:srgbClr val="0070C0"/>
                    </a:gs>
                  </a:gsLst>
                  <a:lin ang="5400000" scaled="1"/>
                </a:gradFill>
                <a:latin typeface="思源黑体 CN Medium" panose="020B0600000000000000" pitchFamily="34" charset="-122"/>
                <a:ea typeface="思源黑体 CN Medium" panose="020B0600000000000000" pitchFamily="34" charset="-122"/>
              </a:defRPr>
            </a:lvl1pPr>
          </a:lstStyle>
          <a:p>
            <a:r>
              <a:rPr lang="zh-CN" altLang="en-US" dirty="0"/>
              <a:t>上层</a:t>
            </a:r>
            <a:r>
              <a:rPr lang="en-US" altLang="zh-CN" dirty="0"/>
              <a:t>200</a:t>
            </a:r>
            <a:r>
              <a:rPr lang="zh-CN" altLang="en-US" dirty="0"/>
              <a:t>米深度测试</a:t>
            </a:r>
            <a:endParaRPr lang="zh-CN" altLang="en-US" dirty="0">
              <a:latin typeface="+mn-lt"/>
              <a:ea typeface="+mn-ea"/>
              <a:cs typeface="+mn-ea"/>
            </a:endParaRPr>
          </a:p>
        </p:txBody>
      </p:sp>
    </p:spTree>
    <p:extLst>
      <p:ext uri="{BB962C8B-B14F-4D97-AF65-F5344CB8AC3E}">
        <p14:creationId xmlns:p14="http://schemas.microsoft.com/office/powerpoint/2010/main" val="19096403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A64785-4D22-3030-19EA-7EB6380CBAEF}"/>
            </a:ext>
          </a:extLst>
        </p:cNvPr>
        <p:cNvGrpSpPr/>
        <p:nvPr/>
      </p:nvGrpSpPr>
      <p:grpSpPr>
        <a:xfrm>
          <a:off x="0" y="0"/>
          <a:ext cx="0" cy="0"/>
          <a:chOff x="0" y="0"/>
          <a:chExt cx="0" cy="0"/>
        </a:xfrm>
      </p:grpSpPr>
      <p:sp>
        <p:nvSpPr>
          <p:cNvPr id="24" name="矩形 23">
            <a:extLst>
              <a:ext uri="{FF2B5EF4-FFF2-40B4-BE49-F238E27FC236}">
                <a16:creationId xmlns:a16="http://schemas.microsoft.com/office/drawing/2014/main" id="{851665C0-17D8-B921-D8B8-1EAD641C487A}"/>
              </a:ext>
            </a:extLst>
          </p:cNvPr>
          <p:cNvSpPr/>
          <p:nvPr/>
        </p:nvSpPr>
        <p:spPr>
          <a:xfrm>
            <a:off x="568620" y="902408"/>
            <a:ext cx="11284820" cy="5677501"/>
          </a:xfrm>
          <a:prstGeom prst="rect">
            <a:avLst/>
          </a:prstGeom>
          <a:solidFill>
            <a:schemeClr val="bg1">
              <a:alpha val="50000"/>
            </a:schemeClr>
          </a:solidFill>
          <a:ln>
            <a:noFill/>
          </a:ln>
          <a:effectLst>
            <a:outerShdw blurRad="596900" sx="102000" sy="102000" algn="ctr" rotWithShape="0">
              <a:prstClr val="black">
                <a:alpha val="6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endParaRPr lang="zh-CN" altLang="en-US" dirty="0">
              <a:solidFill>
                <a:schemeClr val="tx1"/>
              </a:solidFill>
            </a:endParaRPr>
          </a:p>
        </p:txBody>
      </p:sp>
      <p:sp>
        <p:nvSpPr>
          <p:cNvPr id="19" name="文本框 18">
            <a:extLst>
              <a:ext uri="{FF2B5EF4-FFF2-40B4-BE49-F238E27FC236}">
                <a16:creationId xmlns:a16="http://schemas.microsoft.com/office/drawing/2014/main" id="{8A73A931-8AF9-7833-606B-118D5F60891D}"/>
              </a:ext>
            </a:extLst>
          </p:cNvPr>
          <p:cNvSpPr txBox="1"/>
          <p:nvPr/>
        </p:nvSpPr>
        <p:spPr>
          <a:xfrm>
            <a:off x="1549054" y="310251"/>
            <a:ext cx="2954655" cy="497316"/>
          </a:xfrm>
          <a:prstGeom prst="rect">
            <a:avLst/>
          </a:prstGeom>
          <a:noFill/>
        </p:spPr>
        <p:txBody>
          <a:bodyPr wrap="none" rtlCol="0">
            <a:spAutoFit/>
          </a:bodyPr>
          <a:lstStyle>
            <a:defPPr>
              <a:defRPr lang="zh-CN"/>
            </a:defPPr>
            <a:lvl1pPr>
              <a:lnSpc>
                <a:spcPct val="120000"/>
              </a:lnSpc>
              <a:defRPr sz="2400" b="1">
                <a:gradFill>
                  <a:gsLst>
                    <a:gs pos="0">
                      <a:srgbClr val="00B0F0"/>
                    </a:gs>
                    <a:gs pos="100000">
                      <a:srgbClr val="0070C0"/>
                    </a:gs>
                  </a:gsLst>
                  <a:lin ang="5400000" scaled="1"/>
                </a:gradFill>
                <a:latin typeface="思源黑体 CN Medium" panose="020B0600000000000000" pitchFamily="34" charset="-122"/>
                <a:ea typeface="思源黑体 CN Medium" panose="020B0600000000000000" pitchFamily="34" charset="-122"/>
              </a:defRPr>
            </a:lvl1pPr>
          </a:lstStyle>
          <a:p>
            <a:r>
              <a:rPr lang="zh-CN" altLang="en-US" dirty="0"/>
              <a:t>系数舍入敏感性实验</a:t>
            </a:r>
            <a:endParaRPr lang="zh-CN" altLang="en-US" dirty="0">
              <a:latin typeface="+mn-lt"/>
              <a:ea typeface="+mn-ea"/>
              <a:cs typeface="+mn-ea"/>
            </a:endParaRPr>
          </a:p>
        </p:txBody>
      </p:sp>
      <p:grpSp>
        <p:nvGrpSpPr>
          <p:cNvPr id="21" name="组合 20">
            <a:extLst>
              <a:ext uri="{FF2B5EF4-FFF2-40B4-BE49-F238E27FC236}">
                <a16:creationId xmlns:a16="http://schemas.microsoft.com/office/drawing/2014/main" id="{A8B05567-D390-B902-770F-EDA3AB8BBE8A}"/>
              </a:ext>
            </a:extLst>
          </p:cNvPr>
          <p:cNvGrpSpPr/>
          <p:nvPr/>
        </p:nvGrpSpPr>
        <p:grpSpPr>
          <a:xfrm>
            <a:off x="839788" y="553867"/>
            <a:ext cx="109520" cy="109520"/>
            <a:chOff x="839788" y="553867"/>
            <a:chExt cx="109520" cy="109520"/>
          </a:xfrm>
        </p:grpSpPr>
        <p:sp>
          <p:nvSpPr>
            <p:cNvPr id="22" name="椭圆 21">
              <a:extLst>
                <a:ext uri="{FF2B5EF4-FFF2-40B4-BE49-F238E27FC236}">
                  <a16:creationId xmlns:a16="http://schemas.microsoft.com/office/drawing/2014/main" id="{6840B48B-AD92-098A-9EE6-D161BAC9190C}"/>
                </a:ext>
              </a:extLst>
            </p:cNvPr>
            <p:cNvSpPr/>
            <p:nvPr/>
          </p:nvSpPr>
          <p:spPr>
            <a:xfrm>
              <a:off x="839788" y="553867"/>
              <a:ext cx="109520" cy="109520"/>
            </a:xfrm>
            <a:prstGeom prst="ellipse">
              <a:avLst/>
            </a:prstGeom>
            <a:gradFill>
              <a:gsLst>
                <a:gs pos="0">
                  <a:srgbClr val="00B0F0"/>
                </a:gs>
                <a:gs pos="100000">
                  <a:srgbClr val="0070C0"/>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cs typeface="+mn-ea"/>
                <a:sym typeface="+mn-lt"/>
              </a:endParaRPr>
            </a:p>
          </p:txBody>
        </p:sp>
        <p:sp>
          <p:nvSpPr>
            <p:cNvPr id="23" name="椭圆 22">
              <a:extLst>
                <a:ext uri="{FF2B5EF4-FFF2-40B4-BE49-F238E27FC236}">
                  <a16:creationId xmlns:a16="http://schemas.microsoft.com/office/drawing/2014/main" id="{A0E5DE60-DB2B-1E81-7B45-130A79E5B7D0}"/>
                </a:ext>
              </a:extLst>
            </p:cNvPr>
            <p:cNvSpPr/>
            <p:nvPr/>
          </p:nvSpPr>
          <p:spPr>
            <a:xfrm>
              <a:off x="858090" y="572169"/>
              <a:ext cx="72916" cy="729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cs typeface="+mn-ea"/>
                <a:sym typeface="+mn-lt"/>
              </a:endParaRPr>
            </a:p>
          </p:txBody>
        </p:sp>
      </p:grpSp>
      <p:grpSp>
        <p:nvGrpSpPr>
          <p:cNvPr id="34" name="组合 4">
            <a:extLst>
              <a:ext uri="{FF2B5EF4-FFF2-40B4-BE49-F238E27FC236}">
                <a16:creationId xmlns:a16="http://schemas.microsoft.com/office/drawing/2014/main" id="{8FC59FE5-58D8-4C74-984A-57CF65104CEA}"/>
              </a:ext>
            </a:extLst>
          </p:cNvPr>
          <p:cNvGrpSpPr/>
          <p:nvPr/>
        </p:nvGrpSpPr>
        <p:grpSpPr bwMode="auto">
          <a:xfrm>
            <a:off x="0" y="333375"/>
            <a:ext cx="1489075" cy="419100"/>
            <a:chOff x="0" y="0"/>
            <a:chExt cx="1489439" cy="419100"/>
          </a:xfrm>
        </p:grpSpPr>
        <p:sp>
          <p:nvSpPr>
            <p:cNvPr id="35" name="矩形 5">
              <a:extLst>
                <a:ext uri="{FF2B5EF4-FFF2-40B4-BE49-F238E27FC236}">
                  <a16:creationId xmlns:a16="http://schemas.microsoft.com/office/drawing/2014/main" id="{B1FD3302-2C0F-CC10-20F4-06BDA4AE1C1A}"/>
                </a:ext>
              </a:extLst>
            </p:cNvPr>
            <p:cNvSpPr>
              <a:spLocks noChangeArrowheads="1"/>
            </p:cNvSpPr>
            <p:nvPr/>
          </p:nvSpPr>
          <p:spPr bwMode="auto">
            <a:xfrm>
              <a:off x="0" y="0"/>
              <a:ext cx="1260840" cy="419100"/>
            </a:xfrm>
            <a:prstGeom prst="rect">
              <a:avLst/>
            </a:prstGeom>
            <a:solidFill>
              <a:srgbClr val="269FD3"/>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36" name="矩形 6">
              <a:extLst>
                <a:ext uri="{FF2B5EF4-FFF2-40B4-BE49-F238E27FC236}">
                  <a16:creationId xmlns:a16="http://schemas.microsoft.com/office/drawing/2014/main" id="{359C8E6F-3A48-12B9-B7F0-42BDBE749082}"/>
                </a:ext>
              </a:extLst>
            </p:cNvPr>
            <p:cNvSpPr>
              <a:spLocks noChangeArrowheads="1"/>
            </p:cNvSpPr>
            <p:nvPr/>
          </p:nvSpPr>
          <p:spPr bwMode="auto">
            <a:xfrm>
              <a:off x="1317989" y="0"/>
              <a:ext cx="66675" cy="419100"/>
            </a:xfrm>
            <a:prstGeom prst="rect">
              <a:avLst/>
            </a:prstGeom>
            <a:solidFill>
              <a:srgbClr val="269FD3"/>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37" name="矩形 7">
              <a:extLst>
                <a:ext uri="{FF2B5EF4-FFF2-40B4-BE49-F238E27FC236}">
                  <a16:creationId xmlns:a16="http://schemas.microsoft.com/office/drawing/2014/main" id="{5606D2A1-70E8-18EB-DA67-D723E9564CC6}"/>
                </a:ext>
              </a:extLst>
            </p:cNvPr>
            <p:cNvSpPr>
              <a:spLocks noChangeArrowheads="1"/>
            </p:cNvSpPr>
            <p:nvPr/>
          </p:nvSpPr>
          <p:spPr bwMode="auto">
            <a:xfrm>
              <a:off x="1441813" y="219075"/>
              <a:ext cx="47626" cy="200025"/>
            </a:xfrm>
            <a:prstGeom prst="rect">
              <a:avLst/>
            </a:prstGeom>
            <a:solidFill>
              <a:srgbClr val="269FD3"/>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grpSp>
      <p:sp>
        <p:nvSpPr>
          <p:cNvPr id="5" name="文本框 4">
            <a:extLst>
              <a:ext uri="{FF2B5EF4-FFF2-40B4-BE49-F238E27FC236}">
                <a16:creationId xmlns:a16="http://schemas.microsoft.com/office/drawing/2014/main" id="{F588F214-2AD9-3F39-00C4-75E8AE511DFE}"/>
              </a:ext>
            </a:extLst>
          </p:cNvPr>
          <p:cNvSpPr txBox="1"/>
          <p:nvPr/>
        </p:nvSpPr>
        <p:spPr>
          <a:xfrm>
            <a:off x="894548" y="1533596"/>
            <a:ext cx="10728832" cy="4770537"/>
          </a:xfrm>
          <a:prstGeom prst="rect">
            <a:avLst/>
          </a:prstGeom>
          <a:noFill/>
        </p:spPr>
        <p:txBody>
          <a:bodyPr wrap="square">
            <a:spAutoFit/>
          </a:bodyPr>
          <a:lstStyle/>
          <a:p>
            <a:pPr>
              <a:buNone/>
            </a:pPr>
            <a:r>
              <a:rPr lang="en-US" altLang="zh-CN" sz="1600" dirty="0"/>
              <a:t>8</a:t>
            </a:r>
            <a:r>
              <a:rPr lang="zh-CN" altLang="en-US" sz="1600" dirty="0"/>
              <a:t>项多项式，准确度到了小数点后第三位。试试看，再增加几项多项式，可以到第四位？</a:t>
            </a:r>
            <a:endParaRPr lang="en-US" altLang="zh-CN" sz="1600" dirty="0"/>
          </a:p>
          <a:p>
            <a:pPr>
              <a:buNone/>
            </a:pPr>
            <a:endParaRPr lang="en-US" altLang="zh-CN" sz="1600" dirty="0"/>
          </a:p>
          <a:p>
            <a:pPr>
              <a:buNone/>
            </a:pPr>
            <a:endParaRPr lang="en-US" altLang="zh-CN" sz="1600" dirty="0"/>
          </a:p>
          <a:p>
            <a:pPr>
              <a:buNone/>
            </a:pPr>
            <a:r>
              <a:rPr lang="zh-CN" altLang="en-US" sz="1600" dirty="0"/>
              <a:t>将闭式方程（</a:t>
            </a:r>
            <a:r>
              <a:rPr lang="en-US" altLang="zh-CN" sz="1600" dirty="0"/>
              <a:t>Mixed B / Eq. B.1</a:t>
            </a:r>
            <a:r>
              <a:rPr lang="zh-CN" altLang="en-US" sz="1600" dirty="0"/>
              <a:t>）的 </a:t>
            </a:r>
            <a:r>
              <a:rPr lang="en-US" altLang="zh-CN" sz="1600" dirty="0"/>
              <a:t>8 </a:t>
            </a:r>
            <a:r>
              <a:rPr lang="zh-CN" altLang="en-US" sz="1600" dirty="0"/>
              <a:t>个常数系数分别保留到小数点后三位与四位，评估对误差指标的影响。</a:t>
            </a:r>
            <a:endParaRPr lang="en-US" altLang="zh-CN" sz="1600" dirty="0"/>
          </a:p>
          <a:p>
            <a:pPr>
              <a:buNone/>
            </a:pPr>
            <a:r>
              <a:rPr lang="zh-CN" altLang="en-US" sz="1600" dirty="0"/>
              <a:t>评估域：上层 </a:t>
            </a:r>
            <a:r>
              <a:rPr lang="en-US" altLang="zh-CN" sz="1600" dirty="0"/>
              <a:t>200 m</a:t>
            </a:r>
            <a:r>
              <a:rPr lang="zh-CN" altLang="en-US" sz="1600" dirty="0"/>
              <a:t>（</a:t>
            </a:r>
            <a:r>
              <a:rPr lang="en-US" altLang="zh-CN" sz="1600" dirty="0"/>
              <a:t>`P∈[1,200]`</a:t>
            </a:r>
            <a:r>
              <a:rPr lang="zh-CN" altLang="en-US" sz="1600" dirty="0"/>
              <a:t>），</a:t>
            </a:r>
            <a:r>
              <a:rPr lang="en-US" altLang="zh-CN" sz="1600" dirty="0"/>
              <a:t>QC=1</a:t>
            </a:r>
            <a:r>
              <a:rPr lang="zh-CN" altLang="en-US" sz="1600" dirty="0"/>
              <a:t>；与老师关注域一致，同时避开 </a:t>
            </a:r>
            <a:r>
              <a:rPr lang="en-US" altLang="zh-CN" sz="1600" dirty="0"/>
              <a:t>`ln P` </a:t>
            </a:r>
            <a:r>
              <a:rPr lang="zh-CN" altLang="en-US" sz="1600" dirty="0"/>
              <a:t>的 </a:t>
            </a:r>
            <a:r>
              <a:rPr lang="en-US" altLang="zh-CN" sz="1600" dirty="0"/>
              <a:t>`P=0` </a:t>
            </a:r>
            <a:r>
              <a:rPr lang="zh-CN" altLang="en-US" sz="1600" dirty="0"/>
              <a:t>奇点。</a:t>
            </a:r>
            <a:endParaRPr lang="en-US" altLang="zh-CN" sz="1600" dirty="0"/>
          </a:p>
          <a:p>
            <a:pPr>
              <a:buNone/>
            </a:pPr>
            <a:endParaRPr lang="en-US" altLang="zh-CN" sz="1600" dirty="0"/>
          </a:p>
          <a:p>
            <a:pPr>
              <a:buNone/>
            </a:pPr>
            <a:r>
              <a:rPr lang="en-US" altLang="zh-CN" sz="1600" dirty="0"/>
              <a:t>## </a:t>
            </a:r>
            <a:r>
              <a:rPr lang="zh-CN" altLang="en-US" sz="1600" dirty="0"/>
              <a:t>系数版本</a:t>
            </a:r>
            <a:r>
              <a:rPr lang="en-US" altLang="zh-CN" sz="1600" dirty="0"/>
              <a:t>- Full</a:t>
            </a:r>
            <a:r>
              <a:rPr lang="zh-CN" altLang="en-US" sz="1600" dirty="0"/>
              <a:t>（论文原始精度）：</a:t>
            </a:r>
            <a:r>
              <a:rPr lang="en-US" altLang="zh-CN" sz="1600" dirty="0"/>
              <a:t>`[-356.873, 0.0125047, 62.2025, -3.35576, 20.0563, 14.8832, 10011.3, 7576.48]`</a:t>
            </a:r>
          </a:p>
          <a:p>
            <a:pPr marL="285750" indent="-285750">
              <a:buFontTx/>
              <a:buChar char="-"/>
            </a:pPr>
            <a:r>
              <a:rPr lang="en-US" altLang="zh-CN" sz="1600" dirty="0"/>
              <a:t>Round-3</a:t>
            </a:r>
            <a:r>
              <a:rPr lang="zh-CN" altLang="en-US" sz="1600" dirty="0"/>
              <a:t>：按小数点后三位四舍五入</a:t>
            </a:r>
            <a:endParaRPr lang="en-US" altLang="zh-CN" sz="1600" dirty="0"/>
          </a:p>
          <a:p>
            <a:pPr marL="285750" indent="-285750">
              <a:buFontTx/>
              <a:buChar char="-"/>
            </a:pPr>
            <a:r>
              <a:rPr lang="en-US" altLang="zh-CN" sz="1600" dirty="0"/>
              <a:t>- Round-4</a:t>
            </a:r>
            <a:r>
              <a:rPr lang="zh-CN" altLang="en-US" sz="1600" dirty="0"/>
              <a:t>：按小数点后四位四舍五入</a:t>
            </a:r>
            <a:endParaRPr lang="en-US" altLang="zh-CN" sz="1600" dirty="0"/>
          </a:p>
          <a:p>
            <a:pPr marL="285750" indent="-285750">
              <a:buFontTx/>
              <a:buChar char="-"/>
            </a:pPr>
            <a:r>
              <a:rPr lang="zh-CN" altLang="en-US" sz="1600" dirty="0"/>
              <a:t>结果摘要（上层 </a:t>
            </a:r>
            <a:r>
              <a:rPr lang="en-US" altLang="zh-CN" sz="1600" dirty="0"/>
              <a:t>200 m</a:t>
            </a:r>
            <a:r>
              <a:rPr lang="zh-CN" altLang="en-US" sz="1600" dirty="0"/>
              <a:t>）</a:t>
            </a:r>
            <a:r>
              <a:rPr lang="en-US" altLang="zh-CN" sz="1600" dirty="0"/>
              <a:t>- Full</a:t>
            </a:r>
            <a:r>
              <a:rPr lang="zh-CN" altLang="en-US" sz="1600" dirty="0"/>
              <a:t>：</a:t>
            </a:r>
            <a:r>
              <a:rPr lang="en-US" altLang="zh-CN" sz="1600" dirty="0"/>
              <a:t>`MAE=0.36021`</a:t>
            </a:r>
            <a:r>
              <a:rPr lang="zh-CN" altLang="en-US" sz="1600" dirty="0"/>
              <a:t>，</a:t>
            </a:r>
            <a:r>
              <a:rPr lang="en-US" altLang="zh-CN" sz="1600" dirty="0"/>
              <a:t>`RMSE=0.48080`</a:t>
            </a:r>
            <a:r>
              <a:rPr lang="zh-CN" altLang="en-US" sz="1600" dirty="0"/>
              <a:t>，</a:t>
            </a:r>
            <a:r>
              <a:rPr lang="en-US" altLang="zh-CN" sz="1600" dirty="0"/>
              <a:t>`</a:t>
            </a:r>
            <a:r>
              <a:rPr lang="en-US" altLang="zh-CN" sz="1600" dirty="0" err="1"/>
              <a:t>MaxAbs</a:t>
            </a:r>
            <a:r>
              <a:rPr lang="en-US" altLang="zh-CN" sz="1600" dirty="0"/>
              <a:t>=1.49990`</a:t>
            </a:r>
            <a:r>
              <a:rPr lang="zh-CN" altLang="en-US" sz="1600" dirty="0"/>
              <a:t>，</a:t>
            </a:r>
            <a:r>
              <a:rPr lang="en-US" altLang="zh-CN" sz="1600" dirty="0"/>
              <a:t>`Std=0.48072`- Round-3</a:t>
            </a:r>
            <a:r>
              <a:rPr lang="zh-CN" altLang="en-US" sz="1600" dirty="0"/>
              <a:t>：</a:t>
            </a:r>
            <a:r>
              <a:rPr lang="en-US" altLang="zh-CN" sz="1600" dirty="0"/>
              <a:t>`MAE=0.37770`</a:t>
            </a:r>
            <a:r>
              <a:rPr lang="zh-CN" altLang="en-US" sz="1600" dirty="0"/>
              <a:t>，</a:t>
            </a:r>
            <a:r>
              <a:rPr lang="en-US" altLang="zh-CN" sz="1600" dirty="0"/>
              <a:t>`RMSE=0.48931`</a:t>
            </a:r>
            <a:r>
              <a:rPr lang="zh-CN" altLang="en-US" sz="1600" dirty="0"/>
              <a:t>，</a:t>
            </a:r>
            <a:r>
              <a:rPr lang="en-US" altLang="zh-CN" sz="1600" dirty="0"/>
              <a:t>`</a:t>
            </a:r>
            <a:r>
              <a:rPr lang="en-US" altLang="zh-CN" sz="1600" dirty="0" err="1"/>
              <a:t>MaxAbs</a:t>
            </a:r>
            <a:r>
              <a:rPr lang="en-US" altLang="zh-CN" sz="1600" dirty="0"/>
              <a:t>=1.40726`</a:t>
            </a:r>
            <a:r>
              <a:rPr lang="zh-CN" altLang="en-US" sz="1600" dirty="0"/>
              <a:t>，</a:t>
            </a:r>
            <a:r>
              <a:rPr lang="en-US" altLang="zh-CN" sz="1600" dirty="0"/>
              <a:t>`Std=0.48053`</a:t>
            </a:r>
            <a:r>
              <a:rPr lang="zh-CN" altLang="en-US" sz="1600" dirty="0"/>
              <a:t>，</a:t>
            </a:r>
            <a:r>
              <a:rPr lang="en-US" altLang="zh-CN" sz="1600" dirty="0"/>
              <a:t>`</a:t>
            </a:r>
            <a:r>
              <a:rPr lang="el-GR" altLang="zh-CN" sz="1600" dirty="0"/>
              <a:t>Δ</a:t>
            </a:r>
            <a:r>
              <a:rPr lang="en-US" altLang="zh-CN" sz="1600" dirty="0"/>
              <a:t>MAE=+0.01749`</a:t>
            </a:r>
            <a:r>
              <a:rPr lang="zh-CN" altLang="en-US" sz="1600" dirty="0"/>
              <a:t>，</a:t>
            </a:r>
            <a:r>
              <a:rPr lang="en-US" altLang="zh-CN" sz="1600" dirty="0"/>
              <a:t>`</a:t>
            </a:r>
            <a:r>
              <a:rPr lang="el-GR" altLang="zh-CN" sz="1600" dirty="0"/>
              <a:t>Δ</a:t>
            </a:r>
            <a:r>
              <a:rPr lang="en-US" altLang="zh-CN" sz="1600" dirty="0"/>
              <a:t>RMSE=+0.00851`</a:t>
            </a:r>
          </a:p>
          <a:p>
            <a:pPr marL="285750" indent="-285750">
              <a:buFontTx/>
              <a:buChar char="-"/>
            </a:pPr>
            <a:r>
              <a:rPr lang="en-US" altLang="zh-CN" sz="1600" dirty="0"/>
              <a:t>- Round-4</a:t>
            </a:r>
            <a:r>
              <a:rPr lang="zh-CN" altLang="en-US" sz="1600" dirty="0"/>
              <a:t>：</a:t>
            </a:r>
            <a:r>
              <a:rPr lang="en-US" altLang="zh-CN" sz="1600" dirty="0"/>
              <a:t>`MAE=0.36005`</a:t>
            </a:r>
            <a:r>
              <a:rPr lang="zh-CN" altLang="en-US" sz="1600" dirty="0"/>
              <a:t>，</a:t>
            </a:r>
            <a:r>
              <a:rPr lang="en-US" altLang="zh-CN" sz="1600" dirty="0"/>
              <a:t>`RMSE=0.48078`</a:t>
            </a:r>
            <a:r>
              <a:rPr lang="zh-CN" altLang="en-US" sz="1600" dirty="0"/>
              <a:t>，</a:t>
            </a:r>
            <a:r>
              <a:rPr lang="en-US" altLang="zh-CN" sz="1600" dirty="0"/>
              <a:t>`</a:t>
            </a:r>
            <a:r>
              <a:rPr lang="en-US" altLang="zh-CN" sz="1600" dirty="0" err="1"/>
              <a:t>MaxAbs</a:t>
            </a:r>
            <a:r>
              <a:rPr lang="en-US" altLang="zh-CN" sz="1600" dirty="0"/>
              <a:t>=1.50140`</a:t>
            </a:r>
            <a:r>
              <a:rPr lang="zh-CN" altLang="en-US" sz="1600" dirty="0"/>
              <a:t>，</a:t>
            </a:r>
            <a:r>
              <a:rPr lang="en-US" altLang="zh-CN" sz="1600" dirty="0"/>
              <a:t>`Std=0.48073`</a:t>
            </a:r>
            <a:r>
              <a:rPr lang="zh-CN" altLang="en-US" sz="1600" dirty="0"/>
              <a:t>，</a:t>
            </a:r>
            <a:r>
              <a:rPr lang="en-US" altLang="zh-CN" sz="1600" dirty="0"/>
              <a:t>`</a:t>
            </a:r>
            <a:r>
              <a:rPr lang="el-GR" altLang="zh-CN" sz="1600" dirty="0"/>
              <a:t>Δ</a:t>
            </a:r>
            <a:r>
              <a:rPr lang="en-US" altLang="zh-CN" sz="1600" dirty="0"/>
              <a:t>MAE=-0.00016`</a:t>
            </a:r>
            <a:r>
              <a:rPr lang="zh-CN" altLang="en-US" sz="1600" dirty="0"/>
              <a:t>，</a:t>
            </a:r>
            <a:r>
              <a:rPr lang="en-US" altLang="zh-CN" sz="1600" dirty="0"/>
              <a:t>`</a:t>
            </a:r>
            <a:r>
              <a:rPr lang="el-GR" altLang="zh-CN" sz="1600" dirty="0"/>
              <a:t>Δ</a:t>
            </a:r>
            <a:r>
              <a:rPr lang="en-US" altLang="zh-CN" sz="1600" dirty="0"/>
              <a:t>RMSE≈-0.00002`</a:t>
            </a:r>
          </a:p>
          <a:p>
            <a:pPr marL="285750" indent="-285750">
              <a:buFontTx/>
              <a:buChar char="-"/>
            </a:pPr>
            <a:endParaRPr lang="en-US" altLang="zh-CN" sz="1600" dirty="0"/>
          </a:p>
          <a:p>
            <a:pPr marL="285750" indent="-285750">
              <a:buFontTx/>
              <a:buChar char="-"/>
            </a:pPr>
            <a:r>
              <a:rPr lang="en-US" altLang="zh-CN" sz="1600" dirty="0"/>
              <a:t>“</a:t>
            </a:r>
            <a:r>
              <a:rPr lang="zh-CN" altLang="en-US" sz="1600" dirty="0"/>
              <a:t>将 </a:t>
            </a:r>
            <a:r>
              <a:rPr lang="en-US" altLang="zh-CN" sz="1600" dirty="0"/>
              <a:t>Mixed B </a:t>
            </a:r>
            <a:r>
              <a:rPr lang="zh-CN" altLang="en-US" sz="1600" dirty="0"/>
              <a:t>系数保留到 </a:t>
            </a:r>
            <a:r>
              <a:rPr lang="en-US" altLang="zh-CN" sz="1600" dirty="0"/>
              <a:t>3 </a:t>
            </a:r>
            <a:r>
              <a:rPr lang="zh-CN" altLang="en-US" sz="1600" dirty="0"/>
              <a:t>位小数会引入约 </a:t>
            </a:r>
            <a:r>
              <a:rPr lang="en-US" altLang="zh-CN" sz="1600" dirty="0"/>
              <a:t>`+0.0175` </a:t>
            </a:r>
            <a:r>
              <a:rPr lang="zh-CN" altLang="en-US" sz="1600" dirty="0"/>
              <a:t>的 </a:t>
            </a:r>
            <a:r>
              <a:rPr lang="en-US" altLang="zh-CN" sz="1600" dirty="0"/>
              <a:t>MAE </a:t>
            </a:r>
            <a:r>
              <a:rPr lang="zh-CN" altLang="en-US" sz="1600" dirty="0"/>
              <a:t>增量与 </a:t>
            </a:r>
            <a:r>
              <a:rPr lang="en-US" altLang="zh-CN" sz="1600" dirty="0"/>
              <a:t>`+0.0085` </a:t>
            </a:r>
            <a:r>
              <a:rPr lang="zh-CN" altLang="en-US" sz="1600" dirty="0"/>
              <a:t>的 </a:t>
            </a:r>
            <a:r>
              <a:rPr lang="en-US" altLang="zh-CN" sz="1600" dirty="0"/>
              <a:t>RMSE </a:t>
            </a:r>
            <a:r>
              <a:rPr lang="zh-CN" altLang="en-US" sz="1600" dirty="0"/>
              <a:t>增量；提升到 </a:t>
            </a:r>
            <a:r>
              <a:rPr lang="en-US" altLang="zh-CN" sz="1600" dirty="0"/>
              <a:t>4 </a:t>
            </a:r>
            <a:r>
              <a:rPr lang="zh-CN" altLang="en-US" sz="1600" dirty="0"/>
              <a:t>位小数后增量近乎为 </a:t>
            </a:r>
            <a:r>
              <a:rPr lang="en-US" altLang="zh-CN" sz="1600" dirty="0"/>
              <a:t>0</a:t>
            </a:r>
            <a:r>
              <a:rPr lang="zh-CN" altLang="en-US" sz="1600" dirty="0"/>
              <a:t>。因此部署建议至少保留 </a:t>
            </a:r>
            <a:r>
              <a:rPr lang="en-US" altLang="zh-CN" sz="1600" dirty="0"/>
              <a:t>4 </a:t>
            </a:r>
            <a:r>
              <a:rPr lang="zh-CN" altLang="en-US" sz="1600" dirty="0"/>
              <a:t>位小数（或对小系数保留 </a:t>
            </a:r>
            <a:r>
              <a:rPr lang="en-US" altLang="zh-CN" sz="1600" dirty="0"/>
              <a:t>4 </a:t>
            </a:r>
            <a:r>
              <a:rPr lang="zh-CN" altLang="en-US" sz="1600" dirty="0"/>
              <a:t>位、对大系数保留 </a:t>
            </a:r>
            <a:r>
              <a:rPr lang="en-US" altLang="zh-CN" sz="1600" dirty="0"/>
              <a:t>3 </a:t>
            </a:r>
            <a:r>
              <a:rPr lang="zh-CN" altLang="en-US" sz="1600" dirty="0"/>
              <a:t>位）。”</a:t>
            </a:r>
            <a:endParaRPr lang="en-US" altLang="zh-CN" sz="1600" dirty="0"/>
          </a:p>
          <a:p>
            <a:pPr>
              <a:buNone/>
            </a:pPr>
            <a:endParaRPr lang="zh-CN" altLang="en-US" sz="1600" dirty="0"/>
          </a:p>
        </p:txBody>
      </p:sp>
    </p:spTree>
    <p:extLst>
      <p:ext uri="{BB962C8B-B14F-4D97-AF65-F5344CB8AC3E}">
        <p14:creationId xmlns:p14="http://schemas.microsoft.com/office/powerpoint/2010/main" val="32508952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56D504-85B6-AA69-7BB2-4F227C264E67}"/>
            </a:ext>
          </a:extLst>
        </p:cNvPr>
        <p:cNvGrpSpPr/>
        <p:nvPr/>
      </p:nvGrpSpPr>
      <p:grpSpPr>
        <a:xfrm>
          <a:off x="0" y="0"/>
          <a:ext cx="0" cy="0"/>
          <a:chOff x="0" y="0"/>
          <a:chExt cx="0" cy="0"/>
        </a:xfrm>
      </p:grpSpPr>
      <p:sp>
        <p:nvSpPr>
          <p:cNvPr id="24" name="矩形 23">
            <a:extLst>
              <a:ext uri="{FF2B5EF4-FFF2-40B4-BE49-F238E27FC236}">
                <a16:creationId xmlns:a16="http://schemas.microsoft.com/office/drawing/2014/main" id="{D5789758-F981-EF16-2A1F-99EDD9EC41B9}"/>
              </a:ext>
            </a:extLst>
          </p:cNvPr>
          <p:cNvSpPr/>
          <p:nvPr/>
        </p:nvSpPr>
        <p:spPr>
          <a:xfrm>
            <a:off x="568620" y="902408"/>
            <a:ext cx="11284820" cy="5677501"/>
          </a:xfrm>
          <a:prstGeom prst="rect">
            <a:avLst/>
          </a:prstGeom>
          <a:solidFill>
            <a:schemeClr val="bg1">
              <a:alpha val="50000"/>
            </a:schemeClr>
          </a:solidFill>
          <a:ln>
            <a:noFill/>
          </a:ln>
          <a:effectLst>
            <a:outerShdw blurRad="596900" sx="102000" sy="102000" algn="ctr" rotWithShape="0">
              <a:prstClr val="black">
                <a:alpha val="6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endParaRPr lang="zh-CN" altLang="en-US" dirty="0">
              <a:solidFill>
                <a:schemeClr val="tx1"/>
              </a:solidFill>
            </a:endParaRPr>
          </a:p>
        </p:txBody>
      </p:sp>
      <p:sp>
        <p:nvSpPr>
          <p:cNvPr id="19" name="文本框 18">
            <a:extLst>
              <a:ext uri="{FF2B5EF4-FFF2-40B4-BE49-F238E27FC236}">
                <a16:creationId xmlns:a16="http://schemas.microsoft.com/office/drawing/2014/main" id="{999C80ED-5693-46DA-FB83-B126BFE8002D}"/>
              </a:ext>
            </a:extLst>
          </p:cNvPr>
          <p:cNvSpPr txBox="1"/>
          <p:nvPr/>
        </p:nvSpPr>
        <p:spPr>
          <a:xfrm>
            <a:off x="1549054" y="310251"/>
            <a:ext cx="4621778" cy="497316"/>
          </a:xfrm>
          <a:prstGeom prst="rect">
            <a:avLst/>
          </a:prstGeom>
          <a:noFill/>
        </p:spPr>
        <p:txBody>
          <a:bodyPr wrap="none" rtlCol="0">
            <a:spAutoFit/>
          </a:bodyPr>
          <a:lstStyle>
            <a:defPPr>
              <a:defRPr lang="zh-CN"/>
            </a:defPPr>
            <a:lvl1pPr>
              <a:lnSpc>
                <a:spcPct val="120000"/>
              </a:lnSpc>
              <a:defRPr sz="2400" b="1">
                <a:gradFill>
                  <a:gsLst>
                    <a:gs pos="0">
                      <a:srgbClr val="00B0F0"/>
                    </a:gs>
                    <a:gs pos="100000">
                      <a:srgbClr val="0070C0"/>
                    </a:gs>
                  </a:gsLst>
                  <a:lin ang="5400000" scaled="1"/>
                </a:gradFill>
                <a:latin typeface="思源黑体 CN Medium" panose="020B0600000000000000" pitchFamily="34" charset="-122"/>
                <a:ea typeface="思源黑体 CN Medium" panose="020B0600000000000000" pitchFamily="34" charset="-122"/>
              </a:defRPr>
            </a:lvl1pPr>
          </a:lstStyle>
          <a:p>
            <a:r>
              <a:rPr lang="zh-CN" altLang="en-US" dirty="0"/>
              <a:t>整体 </a:t>
            </a:r>
            <a:r>
              <a:rPr lang="en-US" altLang="zh-CN" dirty="0"/>
              <a:t>T–P </a:t>
            </a:r>
            <a:r>
              <a:rPr lang="zh-CN" altLang="en-US" dirty="0"/>
              <a:t>关系的可解释重建能力</a:t>
            </a:r>
            <a:endParaRPr lang="zh-CN" altLang="en-US" dirty="0">
              <a:latin typeface="+mn-lt"/>
              <a:ea typeface="+mn-ea"/>
              <a:cs typeface="+mn-ea"/>
            </a:endParaRPr>
          </a:p>
        </p:txBody>
      </p:sp>
      <p:grpSp>
        <p:nvGrpSpPr>
          <p:cNvPr id="21" name="组合 20">
            <a:extLst>
              <a:ext uri="{FF2B5EF4-FFF2-40B4-BE49-F238E27FC236}">
                <a16:creationId xmlns:a16="http://schemas.microsoft.com/office/drawing/2014/main" id="{35D86CDE-A20E-C65C-ED1F-C7CC55FE8770}"/>
              </a:ext>
            </a:extLst>
          </p:cNvPr>
          <p:cNvGrpSpPr/>
          <p:nvPr/>
        </p:nvGrpSpPr>
        <p:grpSpPr>
          <a:xfrm>
            <a:off x="839788" y="553867"/>
            <a:ext cx="109520" cy="109520"/>
            <a:chOff x="839788" y="553867"/>
            <a:chExt cx="109520" cy="109520"/>
          </a:xfrm>
        </p:grpSpPr>
        <p:sp>
          <p:nvSpPr>
            <p:cNvPr id="22" name="椭圆 21">
              <a:extLst>
                <a:ext uri="{FF2B5EF4-FFF2-40B4-BE49-F238E27FC236}">
                  <a16:creationId xmlns:a16="http://schemas.microsoft.com/office/drawing/2014/main" id="{BA7E046C-7BD3-6F31-4AFC-8E8735FECAAC}"/>
                </a:ext>
              </a:extLst>
            </p:cNvPr>
            <p:cNvSpPr/>
            <p:nvPr/>
          </p:nvSpPr>
          <p:spPr>
            <a:xfrm>
              <a:off x="839788" y="553867"/>
              <a:ext cx="109520" cy="109520"/>
            </a:xfrm>
            <a:prstGeom prst="ellipse">
              <a:avLst/>
            </a:prstGeom>
            <a:gradFill>
              <a:gsLst>
                <a:gs pos="0">
                  <a:srgbClr val="00B0F0"/>
                </a:gs>
                <a:gs pos="100000">
                  <a:srgbClr val="0070C0"/>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cs typeface="+mn-ea"/>
                <a:sym typeface="+mn-lt"/>
              </a:endParaRPr>
            </a:p>
          </p:txBody>
        </p:sp>
        <p:sp>
          <p:nvSpPr>
            <p:cNvPr id="23" name="椭圆 22">
              <a:extLst>
                <a:ext uri="{FF2B5EF4-FFF2-40B4-BE49-F238E27FC236}">
                  <a16:creationId xmlns:a16="http://schemas.microsoft.com/office/drawing/2014/main" id="{0F26AB37-3644-6D88-EFBE-1D23985EF6B5}"/>
                </a:ext>
              </a:extLst>
            </p:cNvPr>
            <p:cNvSpPr/>
            <p:nvPr/>
          </p:nvSpPr>
          <p:spPr>
            <a:xfrm>
              <a:off x="858090" y="572169"/>
              <a:ext cx="72916" cy="729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cs typeface="+mn-ea"/>
                <a:sym typeface="+mn-lt"/>
              </a:endParaRPr>
            </a:p>
          </p:txBody>
        </p:sp>
      </p:grpSp>
      <p:grpSp>
        <p:nvGrpSpPr>
          <p:cNvPr id="34" name="组合 4">
            <a:extLst>
              <a:ext uri="{FF2B5EF4-FFF2-40B4-BE49-F238E27FC236}">
                <a16:creationId xmlns:a16="http://schemas.microsoft.com/office/drawing/2014/main" id="{9DE16952-8F6A-082E-2723-15200BF2C37D}"/>
              </a:ext>
            </a:extLst>
          </p:cNvPr>
          <p:cNvGrpSpPr/>
          <p:nvPr/>
        </p:nvGrpSpPr>
        <p:grpSpPr bwMode="auto">
          <a:xfrm>
            <a:off x="0" y="333375"/>
            <a:ext cx="1489075" cy="419100"/>
            <a:chOff x="0" y="0"/>
            <a:chExt cx="1489439" cy="419100"/>
          </a:xfrm>
        </p:grpSpPr>
        <p:sp>
          <p:nvSpPr>
            <p:cNvPr id="35" name="矩形 5">
              <a:extLst>
                <a:ext uri="{FF2B5EF4-FFF2-40B4-BE49-F238E27FC236}">
                  <a16:creationId xmlns:a16="http://schemas.microsoft.com/office/drawing/2014/main" id="{A4A9D44D-FDF3-30BD-ABE1-95B2ADB9D9F8}"/>
                </a:ext>
              </a:extLst>
            </p:cNvPr>
            <p:cNvSpPr>
              <a:spLocks noChangeArrowheads="1"/>
            </p:cNvSpPr>
            <p:nvPr/>
          </p:nvSpPr>
          <p:spPr bwMode="auto">
            <a:xfrm>
              <a:off x="0" y="0"/>
              <a:ext cx="1260840" cy="419100"/>
            </a:xfrm>
            <a:prstGeom prst="rect">
              <a:avLst/>
            </a:prstGeom>
            <a:solidFill>
              <a:srgbClr val="269FD3"/>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36" name="矩形 6">
              <a:extLst>
                <a:ext uri="{FF2B5EF4-FFF2-40B4-BE49-F238E27FC236}">
                  <a16:creationId xmlns:a16="http://schemas.microsoft.com/office/drawing/2014/main" id="{827DDFDD-B120-1739-0580-B1DE623A5266}"/>
                </a:ext>
              </a:extLst>
            </p:cNvPr>
            <p:cNvSpPr>
              <a:spLocks noChangeArrowheads="1"/>
            </p:cNvSpPr>
            <p:nvPr/>
          </p:nvSpPr>
          <p:spPr bwMode="auto">
            <a:xfrm>
              <a:off x="1317989" y="0"/>
              <a:ext cx="66675" cy="419100"/>
            </a:xfrm>
            <a:prstGeom prst="rect">
              <a:avLst/>
            </a:prstGeom>
            <a:solidFill>
              <a:srgbClr val="269FD3"/>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37" name="矩形 7">
              <a:extLst>
                <a:ext uri="{FF2B5EF4-FFF2-40B4-BE49-F238E27FC236}">
                  <a16:creationId xmlns:a16="http://schemas.microsoft.com/office/drawing/2014/main" id="{911F5BBB-44F2-4E20-EF77-8CF6D87240F7}"/>
                </a:ext>
              </a:extLst>
            </p:cNvPr>
            <p:cNvSpPr>
              <a:spLocks noChangeArrowheads="1"/>
            </p:cNvSpPr>
            <p:nvPr/>
          </p:nvSpPr>
          <p:spPr bwMode="auto">
            <a:xfrm>
              <a:off x="1441813" y="219075"/>
              <a:ext cx="47626" cy="200025"/>
            </a:xfrm>
            <a:prstGeom prst="rect">
              <a:avLst/>
            </a:prstGeom>
            <a:solidFill>
              <a:srgbClr val="269FD3"/>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grpSp>
      <p:sp>
        <p:nvSpPr>
          <p:cNvPr id="5" name="文本框 4">
            <a:extLst>
              <a:ext uri="{FF2B5EF4-FFF2-40B4-BE49-F238E27FC236}">
                <a16:creationId xmlns:a16="http://schemas.microsoft.com/office/drawing/2014/main" id="{DA8A2276-6279-B833-7EA3-885D7B03C4BF}"/>
              </a:ext>
            </a:extLst>
          </p:cNvPr>
          <p:cNvSpPr txBox="1"/>
          <p:nvPr/>
        </p:nvSpPr>
        <p:spPr>
          <a:xfrm>
            <a:off x="839788" y="1180349"/>
            <a:ext cx="10873241" cy="4031873"/>
          </a:xfrm>
          <a:prstGeom prst="rect">
            <a:avLst/>
          </a:prstGeom>
          <a:noFill/>
        </p:spPr>
        <p:txBody>
          <a:bodyPr wrap="square">
            <a:spAutoFit/>
          </a:bodyPr>
          <a:lstStyle/>
          <a:p>
            <a:pPr>
              <a:buNone/>
            </a:pPr>
            <a:r>
              <a:rPr lang="en-US" altLang="zh-CN" sz="1600" dirty="0"/>
              <a:t>## </a:t>
            </a:r>
            <a:r>
              <a:rPr lang="zh-CN" altLang="en-US" sz="1600" dirty="0"/>
              <a:t>范围界定</a:t>
            </a:r>
            <a:r>
              <a:rPr lang="en-US" altLang="zh-CN" sz="1600" dirty="0"/>
              <a:t>- </a:t>
            </a:r>
            <a:r>
              <a:rPr lang="zh-CN" altLang="en-US" sz="1600" dirty="0"/>
              <a:t>数据性质：使用 </a:t>
            </a:r>
            <a:r>
              <a:rPr lang="en-US" altLang="zh-CN" sz="1600" dirty="0"/>
              <a:t>QC=1 </a:t>
            </a:r>
            <a:r>
              <a:rPr lang="zh-CN" altLang="en-US" sz="1600" dirty="0"/>
              <a:t>的大规模 </a:t>
            </a:r>
            <a:r>
              <a:rPr lang="en-US" altLang="zh-CN" sz="1600" dirty="0"/>
              <a:t>T–P </a:t>
            </a:r>
            <a:r>
              <a:rPr lang="zh-CN" altLang="en-US" sz="1600" dirty="0"/>
              <a:t>点样本；不包含温跃层结构性标签（如顶</a:t>
            </a:r>
            <a:r>
              <a:rPr lang="en-US" altLang="zh-CN" sz="1600" dirty="0"/>
              <a:t>/</a:t>
            </a:r>
            <a:r>
              <a:rPr lang="zh-CN" altLang="en-US" sz="1600" dirty="0"/>
              <a:t>底、强度、</a:t>
            </a:r>
            <a:r>
              <a:rPr lang="en-US" altLang="zh-CN" sz="1600" dirty="0"/>
              <a:t>MLD</a:t>
            </a:r>
            <a:r>
              <a:rPr lang="zh-CN" altLang="en-US" sz="1600" dirty="0"/>
              <a:t>），且上层垂向采样密度受设备与任务影响可能不均匀。因此本文评估的是整体 </a:t>
            </a:r>
            <a:r>
              <a:rPr lang="en-US" altLang="zh-CN" sz="1600" dirty="0"/>
              <a:t>T–P </a:t>
            </a:r>
            <a:r>
              <a:rPr lang="zh-CN" altLang="en-US" sz="1600" dirty="0"/>
              <a:t>关系的可解释重建能力，而非“温跃层结构诊断”。</a:t>
            </a:r>
            <a:endParaRPr lang="en-US" altLang="zh-CN" sz="1600" dirty="0"/>
          </a:p>
          <a:p>
            <a:pPr>
              <a:buNone/>
            </a:pPr>
            <a:endParaRPr lang="en-US" altLang="zh-CN" sz="1600" dirty="0"/>
          </a:p>
          <a:p>
            <a:pPr>
              <a:buNone/>
            </a:pPr>
            <a:r>
              <a:rPr lang="en-US" altLang="zh-CN" sz="1600" dirty="0"/>
              <a:t> </a:t>
            </a:r>
            <a:r>
              <a:rPr lang="zh-CN" altLang="en-US" sz="1600" dirty="0"/>
              <a:t>模型机制：解析基线 </a:t>
            </a:r>
            <a:r>
              <a:rPr lang="en-US" altLang="zh-CN" sz="1600" dirty="0"/>
              <a:t>Mixed B </a:t>
            </a:r>
            <a:r>
              <a:rPr lang="zh-CN" altLang="en-US" sz="1600" dirty="0"/>
              <a:t>在基函数设计上显式考虑了混合层</a:t>
            </a:r>
            <a:r>
              <a:rPr lang="en-US" altLang="zh-CN" sz="1600" dirty="0"/>
              <a:t>—</a:t>
            </a:r>
            <a:r>
              <a:rPr lang="zh-CN" altLang="en-US" sz="1600" dirty="0"/>
              <a:t>温跃层过渡与中层曲率（指数项、</a:t>
            </a:r>
            <a:r>
              <a:rPr lang="en-US" altLang="zh-CN" sz="1600" dirty="0"/>
              <a:t>sqrt/log</a:t>
            </a:r>
            <a:r>
              <a:rPr lang="zh-CN" altLang="en-US" sz="1600" dirty="0"/>
              <a:t>）以及深海尾部（倒数项），以避免纯多项式在高曲率区域的振荡与大残差</a:t>
            </a:r>
            <a:endParaRPr lang="en-US" altLang="zh-CN" sz="1600" dirty="0"/>
          </a:p>
          <a:p>
            <a:pPr>
              <a:buNone/>
            </a:pPr>
            <a:endParaRPr lang="en-US" altLang="zh-CN" sz="1600" dirty="0"/>
          </a:p>
          <a:p>
            <a:pPr>
              <a:buNone/>
            </a:pPr>
            <a:endParaRPr lang="en-US" altLang="zh-CN" sz="1600" dirty="0"/>
          </a:p>
          <a:p>
            <a:pPr>
              <a:buNone/>
            </a:pPr>
            <a:endParaRPr lang="en-US" altLang="zh-CN" sz="1600" dirty="0"/>
          </a:p>
          <a:p>
            <a:pPr>
              <a:buNone/>
            </a:pPr>
            <a:endParaRPr lang="en-US" altLang="zh-CN" sz="1600" dirty="0"/>
          </a:p>
          <a:p>
            <a:pPr>
              <a:buNone/>
            </a:pPr>
            <a:r>
              <a:rPr lang="en-US" altLang="zh-CN" sz="1600" dirty="0"/>
              <a:t>## </a:t>
            </a:r>
            <a:r>
              <a:rPr lang="zh-CN" altLang="en-US" sz="1600" dirty="0"/>
              <a:t>影响评估（分段误差 </a:t>
            </a:r>
            <a:r>
              <a:rPr lang="en-US" altLang="zh-CN" sz="1600" dirty="0"/>
              <a:t>+ </a:t>
            </a:r>
            <a:r>
              <a:rPr lang="zh-CN" altLang="en-US" sz="1600" dirty="0"/>
              <a:t>深度曲线）</a:t>
            </a:r>
            <a:r>
              <a:rPr lang="en-US" altLang="zh-CN" sz="1600" dirty="0"/>
              <a:t>- </a:t>
            </a:r>
            <a:r>
              <a:rPr lang="zh-CN" altLang="en-US" sz="1600" dirty="0"/>
              <a:t>表：</a:t>
            </a:r>
            <a:r>
              <a:rPr lang="en-US" altLang="zh-CN" sz="1600" dirty="0"/>
              <a:t>`tables/thermocline_segment_errors.csv`  - `0–200`</a:t>
            </a:r>
            <a:r>
              <a:rPr lang="zh-CN" altLang="en-US" sz="1600" dirty="0"/>
              <a:t>：</a:t>
            </a:r>
            <a:r>
              <a:rPr lang="en-US" altLang="zh-CN" sz="1600" dirty="0"/>
              <a:t>MAE≈0.375</a:t>
            </a:r>
            <a:r>
              <a:rPr lang="zh-CN" altLang="en-US" sz="1600" dirty="0"/>
              <a:t>，</a:t>
            </a:r>
            <a:r>
              <a:rPr lang="en-US" altLang="zh-CN" sz="1600" dirty="0"/>
              <a:t>RMSE≈0.412</a:t>
            </a:r>
            <a:r>
              <a:rPr lang="zh-CN" altLang="en-US" sz="1600" dirty="0"/>
              <a:t>，</a:t>
            </a:r>
            <a:r>
              <a:rPr lang="en-US" altLang="zh-CN" sz="1600" dirty="0"/>
              <a:t>MaxAbs≈1.500  - `200–600`</a:t>
            </a:r>
            <a:r>
              <a:rPr lang="zh-CN" altLang="en-US" sz="1600" dirty="0"/>
              <a:t>：</a:t>
            </a:r>
            <a:r>
              <a:rPr lang="en-US" altLang="zh-CN" sz="1600" dirty="0"/>
              <a:t>MAE≈0.171</a:t>
            </a:r>
            <a:r>
              <a:rPr lang="zh-CN" altLang="en-US" sz="1600" dirty="0"/>
              <a:t>，</a:t>
            </a:r>
            <a:r>
              <a:rPr lang="en-US" altLang="zh-CN" sz="1600" dirty="0"/>
              <a:t>RMSE≈0.206</a:t>
            </a:r>
            <a:r>
              <a:rPr lang="zh-CN" altLang="en-US" sz="1600" dirty="0"/>
              <a:t>，</a:t>
            </a:r>
            <a:r>
              <a:rPr lang="en-US" altLang="zh-CN" sz="1600" dirty="0"/>
              <a:t>MaxAbs≈1.559</a:t>
            </a:r>
            <a:r>
              <a:rPr lang="zh-CN" altLang="en-US" sz="1600" dirty="0"/>
              <a:t>（热跃层常见带）  </a:t>
            </a:r>
            <a:r>
              <a:rPr lang="en-US" altLang="zh-CN" sz="1600" dirty="0"/>
              <a:t>- `493–838 (transition)`</a:t>
            </a:r>
            <a:r>
              <a:rPr lang="zh-CN" altLang="en-US" sz="1600" dirty="0"/>
              <a:t>：</a:t>
            </a:r>
            <a:r>
              <a:rPr lang="en-US" altLang="zh-CN" sz="1600" dirty="0"/>
              <a:t>MAE≈0.076</a:t>
            </a:r>
            <a:r>
              <a:rPr lang="zh-CN" altLang="en-US" sz="1600" dirty="0"/>
              <a:t>，</a:t>
            </a:r>
            <a:r>
              <a:rPr lang="en-US" altLang="zh-CN" sz="1600" dirty="0"/>
              <a:t>RMSE≈0.086</a:t>
            </a:r>
            <a:r>
              <a:rPr lang="zh-CN" altLang="en-US" sz="1600" dirty="0"/>
              <a:t>，</a:t>
            </a:r>
            <a:r>
              <a:rPr lang="en-US" altLang="zh-CN" sz="1600" dirty="0"/>
              <a:t>MaxAbs≈0.532</a:t>
            </a:r>
            <a:r>
              <a:rPr lang="zh-CN" altLang="en-US" sz="1600" dirty="0"/>
              <a:t>（文中选点覆盖的过渡带）  </a:t>
            </a:r>
            <a:r>
              <a:rPr lang="en-US" altLang="zh-CN" sz="1600" dirty="0"/>
              <a:t>- `600–2000`</a:t>
            </a:r>
            <a:r>
              <a:rPr lang="zh-CN" altLang="en-US" sz="1600" dirty="0"/>
              <a:t>：</a:t>
            </a:r>
            <a:r>
              <a:rPr lang="en-US" altLang="zh-CN" sz="1600" dirty="0"/>
              <a:t>MAE≈0.0366</a:t>
            </a:r>
            <a:r>
              <a:rPr lang="zh-CN" altLang="en-US" sz="1600" dirty="0"/>
              <a:t>，</a:t>
            </a:r>
            <a:r>
              <a:rPr lang="en-US" altLang="zh-CN" sz="1600" dirty="0"/>
              <a:t>RMSE≈0.0458</a:t>
            </a:r>
            <a:r>
              <a:rPr lang="zh-CN" altLang="en-US" sz="1600" dirty="0"/>
              <a:t>，</a:t>
            </a:r>
            <a:r>
              <a:rPr lang="en-US" altLang="zh-CN" sz="1600" dirty="0"/>
              <a:t>MaxAbs≈0.428</a:t>
            </a:r>
          </a:p>
          <a:p>
            <a:pPr>
              <a:buNone/>
            </a:pPr>
            <a:endParaRPr lang="en-US" altLang="zh-CN" sz="1600" dirty="0"/>
          </a:p>
          <a:p>
            <a:pPr>
              <a:buNone/>
            </a:pPr>
            <a:endParaRPr lang="en-US" altLang="zh-CN" sz="1600" dirty="0"/>
          </a:p>
        </p:txBody>
      </p:sp>
    </p:spTree>
    <p:extLst>
      <p:ext uri="{BB962C8B-B14F-4D97-AF65-F5344CB8AC3E}">
        <p14:creationId xmlns:p14="http://schemas.microsoft.com/office/powerpoint/2010/main" val="41483587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F0C121-C814-1DF5-7639-730F2513D278}"/>
            </a:ext>
          </a:extLst>
        </p:cNvPr>
        <p:cNvGrpSpPr/>
        <p:nvPr/>
      </p:nvGrpSpPr>
      <p:grpSpPr>
        <a:xfrm>
          <a:off x="0" y="0"/>
          <a:ext cx="0" cy="0"/>
          <a:chOff x="0" y="0"/>
          <a:chExt cx="0" cy="0"/>
        </a:xfrm>
      </p:grpSpPr>
      <p:sp>
        <p:nvSpPr>
          <p:cNvPr id="24" name="矩形 23">
            <a:extLst>
              <a:ext uri="{FF2B5EF4-FFF2-40B4-BE49-F238E27FC236}">
                <a16:creationId xmlns:a16="http://schemas.microsoft.com/office/drawing/2014/main" id="{974A0758-59B0-DC1B-3FEC-5D7EAFEECF83}"/>
              </a:ext>
            </a:extLst>
          </p:cNvPr>
          <p:cNvSpPr/>
          <p:nvPr/>
        </p:nvSpPr>
        <p:spPr>
          <a:xfrm>
            <a:off x="568620" y="902408"/>
            <a:ext cx="11284820" cy="5677501"/>
          </a:xfrm>
          <a:prstGeom prst="rect">
            <a:avLst/>
          </a:prstGeom>
          <a:solidFill>
            <a:schemeClr val="bg1">
              <a:alpha val="50000"/>
            </a:schemeClr>
          </a:solidFill>
          <a:ln>
            <a:noFill/>
          </a:ln>
          <a:effectLst>
            <a:outerShdw blurRad="596900" sx="102000" sy="102000" algn="ctr" rotWithShape="0">
              <a:prstClr val="black">
                <a:alpha val="6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endParaRPr lang="zh-CN" altLang="en-US" dirty="0">
              <a:solidFill>
                <a:schemeClr val="tx1"/>
              </a:solidFill>
            </a:endParaRPr>
          </a:p>
        </p:txBody>
      </p:sp>
      <p:sp>
        <p:nvSpPr>
          <p:cNvPr id="19" name="文本框 18">
            <a:extLst>
              <a:ext uri="{FF2B5EF4-FFF2-40B4-BE49-F238E27FC236}">
                <a16:creationId xmlns:a16="http://schemas.microsoft.com/office/drawing/2014/main" id="{D2EAC578-77D8-2972-5910-1D31EF8587BF}"/>
              </a:ext>
            </a:extLst>
          </p:cNvPr>
          <p:cNvSpPr txBox="1"/>
          <p:nvPr/>
        </p:nvSpPr>
        <p:spPr>
          <a:xfrm>
            <a:off x="1549054" y="310251"/>
            <a:ext cx="2954655" cy="497316"/>
          </a:xfrm>
          <a:prstGeom prst="rect">
            <a:avLst/>
          </a:prstGeom>
          <a:noFill/>
        </p:spPr>
        <p:txBody>
          <a:bodyPr wrap="none" rtlCol="0">
            <a:spAutoFit/>
          </a:bodyPr>
          <a:lstStyle>
            <a:defPPr>
              <a:defRPr lang="zh-CN"/>
            </a:defPPr>
            <a:lvl1pPr>
              <a:lnSpc>
                <a:spcPct val="120000"/>
              </a:lnSpc>
              <a:defRPr sz="2400" b="1">
                <a:gradFill>
                  <a:gsLst>
                    <a:gs pos="0">
                      <a:srgbClr val="00B0F0"/>
                    </a:gs>
                    <a:gs pos="100000">
                      <a:srgbClr val="0070C0"/>
                    </a:gs>
                  </a:gsLst>
                  <a:lin ang="5400000" scaled="1"/>
                </a:gradFill>
                <a:latin typeface="思源黑体 CN Medium" panose="020B0600000000000000" pitchFamily="34" charset="-122"/>
                <a:ea typeface="思源黑体 CN Medium" panose="020B0600000000000000" pitchFamily="34" charset="-122"/>
              </a:defRPr>
            </a:lvl1pPr>
          </a:lstStyle>
          <a:p>
            <a:r>
              <a:rPr lang="zh-CN" altLang="en-US" dirty="0"/>
              <a:t>最大绝对误差的指标</a:t>
            </a:r>
            <a:endParaRPr lang="zh-CN" altLang="en-US" dirty="0">
              <a:latin typeface="+mn-lt"/>
              <a:ea typeface="+mn-ea"/>
              <a:cs typeface="+mn-ea"/>
            </a:endParaRPr>
          </a:p>
        </p:txBody>
      </p:sp>
      <p:grpSp>
        <p:nvGrpSpPr>
          <p:cNvPr id="21" name="组合 20">
            <a:extLst>
              <a:ext uri="{FF2B5EF4-FFF2-40B4-BE49-F238E27FC236}">
                <a16:creationId xmlns:a16="http://schemas.microsoft.com/office/drawing/2014/main" id="{FA132A39-8B98-E5C9-CBBC-F3BD740866AF}"/>
              </a:ext>
            </a:extLst>
          </p:cNvPr>
          <p:cNvGrpSpPr/>
          <p:nvPr/>
        </p:nvGrpSpPr>
        <p:grpSpPr>
          <a:xfrm>
            <a:off x="839788" y="553867"/>
            <a:ext cx="109520" cy="109520"/>
            <a:chOff x="839788" y="553867"/>
            <a:chExt cx="109520" cy="109520"/>
          </a:xfrm>
        </p:grpSpPr>
        <p:sp>
          <p:nvSpPr>
            <p:cNvPr id="22" name="椭圆 21">
              <a:extLst>
                <a:ext uri="{FF2B5EF4-FFF2-40B4-BE49-F238E27FC236}">
                  <a16:creationId xmlns:a16="http://schemas.microsoft.com/office/drawing/2014/main" id="{DAA08916-4338-6307-81C1-70ED1BEC5840}"/>
                </a:ext>
              </a:extLst>
            </p:cNvPr>
            <p:cNvSpPr/>
            <p:nvPr/>
          </p:nvSpPr>
          <p:spPr>
            <a:xfrm>
              <a:off x="839788" y="553867"/>
              <a:ext cx="109520" cy="109520"/>
            </a:xfrm>
            <a:prstGeom prst="ellipse">
              <a:avLst/>
            </a:prstGeom>
            <a:gradFill>
              <a:gsLst>
                <a:gs pos="0">
                  <a:srgbClr val="00B0F0"/>
                </a:gs>
                <a:gs pos="100000">
                  <a:srgbClr val="0070C0"/>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cs typeface="+mn-ea"/>
                <a:sym typeface="+mn-lt"/>
              </a:endParaRPr>
            </a:p>
          </p:txBody>
        </p:sp>
        <p:sp>
          <p:nvSpPr>
            <p:cNvPr id="23" name="椭圆 22">
              <a:extLst>
                <a:ext uri="{FF2B5EF4-FFF2-40B4-BE49-F238E27FC236}">
                  <a16:creationId xmlns:a16="http://schemas.microsoft.com/office/drawing/2014/main" id="{5F7B1874-3498-F648-A24B-7BD54817A285}"/>
                </a:ext>
              </a:extLst>
            </p:cNvPr>
            <p:cNvSpPr/>
            <p:nvPr/>
          </p:nvSpPr>
          <p:spPr>
            <a:xfrm>
              <a:off x="858090" y="572169"/>
              <a:ext cx="72916" cy="729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cs typeface="+mn-ea"/>
                <a:sym typeface="+mn-lt"/>
              </a:endParaRPr>
            </a:p>
          </p:txBody>
        </p:sp>
      </p:grpSp>
      <p:grpSp>
        <p:nvGrpSpPr>
          <p:cNvPr id="34" name="组合 4">
            <a:extLst>
              <a:ext uri="{FF2B5EF4-FFF2-40B4-BE49-F238E27FC236}">
                <a16:creationId xmlns:a16="http://schemas.microsoft.com/office/drawing/2014/main" id="{A82E49FC-7272-4AC9-82CB-413F426E7DC9}"/>
              </a:ext>
            </a:extLst>
          </p:cNvPr>
          <p:cNvGrpSpPr/>
          <p:nvPr/>
        </p:nvGrpSpPr>
        <p:grpSpPr bwMode="auto">
          <a:xfrm>
            <a:off x="0" y="333375"/>
            <a:ext cx="1489075" cy="419100"/>
            <a:chOff x="0" y="0"/>
            <a:chExt cx="1489439" cy="419100"/>
          </a:xfrm>
        </p:grpSpPr>
        <p:sp>
          <p:nvSpPr>
            <p:cNvPr id="35" name="矩形 5">
              <a:extLst>
                <a:ext uri="{FF2B5EF4-FFF2-40B4-BE49-F238E27FC236}">
                  <a16:creationId xmlns:a16="http://schemas.microsoft.com/office/drawing/2014/main" id="{9093FA83-E0BA-4E69-B255-652FEA480510}"/>
                </a:ext>
              </a:extLst>
            </p:cNvPr>
            <p:cNvSpPr>
              <a:spLocks noChangeArrowheads="1"/>
            </p:cNvSpPr>
            <p:nvPr/>
          </p:nvSpPr>
          <p:spPr bwMode="auto">
            <a:xfrm>
              <a:off x="0" y="0"/>
              <a:ext cx="1260840" cy="419100"/>
            </a:xfrm>
            <a:prstGeom prst="rect">
              <a:avLst/>
            </a:prstGeom>
            <a:solidFill>
              <a:srgbClr val="269FD3"/>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36" name="矩形 6">
              <a:extLst>
                <a:ext uri="{FF2B5EF4-FFF2-40B4-BE49-F238E27FC236}">
                  <a16:creationId xmlns:a16="http://schemas.microsoft.com/office/drawing/2014/main" id="{1A3ACA31-A69C-9A58-1019-AE0C0827F53F}"/>
                </a:ext>
              </a:extLst>
            </p:cNvPr>
            <p:cNvSpPr>
              <a:spLocks noChangeArrowheads="1"/>
            </p:cNvSpPr>
            <p:nvPr/>
          </p:nvSpPr>
          <p:spPr bwMode="auto">
            <a:xfrm>
              <a:off x="1317989" y="0"/>
              <a:ext cx="66675" cy="419100"/>
            </a:xfrm>
            <a:prstGeom prst="rect">
              <a:avLst/>
            </a:prstGeom>
            <a:solidFill>
              <a:srgbClr val="269FD3"/>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37" name="矩形 7">
              <a:extLst>
                <a:ext uri="{FF2B5EF4-FFF2-40B4-BE49-F238E27FC236}">
                  <a16:creationId xmlns:a16="http://schemas.microsoft.com/office/drawing/2014/main" id="{4EA3C2DF-767E-27C1-EE59-3315B5BE7FC8}"/>
                </a:ext>
              </a:extLst>
            </p:cNvPr>
            <p:cNvSpPr>
              <a:spLocks noChangeArrowheads="1"/>
            </p:cNvSpPr>
            <p:nvPr/>
          </p:nvSpPr>
          <p:spPr bwMode="auto">
            <a:xfrm>
              <a:off x="1441813" y="219075"/>
              <a:ext cx="47626" cy="200025"/>
            </a:xfrm>
            <a:prstGeom prst="rect">
              <a:avLst/>
            </a:prstGeom>
            <a:solidFill>
              <a:srgbClr val="269FD3"/>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grpSp>
      <p:pic>
        <p:nvPicPr>
          <p:cNvPr id="3" name="图片 2">
            <a:extLst>
              <a:ext uri="{FF2B5EF4-FFF2-40B4-BE49-F238E27FC236}">
                <a16:creationId xmlns:a16="http://schemas.microsoft.com/office/drawing/2014/main" id="{62A116F0-459A-2A72-75D7-B150D9B794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8090" y="1081326"/>
            <a:ext cx="8511461" cy="5319663"/>
          </a:xfrm>
          <a:prstGeom prst="rect">
            <a:avLst/>
          </a:prstGeom>
        </p:spPr>
      </p:pic>
      <p:sp>
        <p:nvSpPr>
          <p:cNvPr id="4" name="文本框 3">
            <a:extLst>
              <a:ext uri="{FF2B5EF4-FFF2-40B4-BE49-F238E27FC236}">
                <a16:creationId xmlns:a16="http://schemas.microsoft.com/office/drawing/2014/main" id="{4CD2E133-D61F-9A5B-1CE2-11841DF35178}"/>
              </a:ext>
            </a:extLst>
          </p:cNvPr>
          <p:cNvSpPr txBox="1"/>
          <p:nvPr/>
        </p:nvSpPr>
        <p:spPr>
          <a:xfrm>
            <a:off x="5318603" y="2110966"/>
            <a:ext cx="3528595" cy="2862322"/>
          </a:xfrm>
          <a:prstGeom prst="rect">
            <a:avLst/>
          </a:prstGeom>
          <a:noFill/>
        </p:spPr>
        <p:txBody>
          <a:bodyPr wrap="square">
            <a:spAutoFit/>
          </a:bodyPr>
          <a:lstStyle/>
          <a:p>
            <a:pPr>
              <a:buNone/>
            </a:pPr>
            <a:r>
              <a:rPr lang="zh-CN" altLang="en-US" sz="1800" dirty="0"/>
              <a:t>我们当前使用的 </a:t>
            </a:r>
            <a:r>
              <a:rPr lang="en-US" altLang="zh-CN" sz="1800" dirty="0"/>
              <a:t>QC=1 </a:t>
            </a:r>
            <a:r>
              <a:rPr lang="zh-CN" altLang="en-US" sz="1800" dirty="0"/>
              <a:t>点样本没有温跃层结构标签，因此不做‘结构诊断’评估；但解析基线在机制上已针对热跃层过渡进行编码，同时选点策略覆盖了过渡深度带。我们补充了按深度分段误差与曲线分析，显示在热跃层区误差表现平稳。后续将加入温跃层结构标签与更细的上层采样对比，做更严格的结构诊断。”</a:t>
            </a:r>
          </a:p>
        </p:txBody>
      </p:sp>
    </p:spTree>
    <p:extLst>
      <p:ext uri="{BB962C8B-B14F-4D97-AF65-F5344CB8AC3E}">
        <p14:creationId xmlns:p14="http://schemas.microsoft.com/office/powerpoint/2010/main" val="25831354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CBD02F-DD9B-50DE-0F14-94817DD4A1E6}"/>
            </a:ext>
          </a:extLst>
        </p:cNvPr>
        <p:cNvGrpSpPr/>
        <p:nvPr/>
      </p:nvGrpSpPr>
      <p:grpSpPr>
        <a:xfrm>
          <a:off x="0" y="0"/>
          <a:ext cx="0" cy="0"/>
          <a:chOff x="0" y="0"/>
          <a:chExt cx="0" cy="0"/>
        </a:xfrm>
      </p:grpSpPr>
      <p:sp>
        <p:nvSpPr>
          <p:cNvPr id="24" name="矩形 23">
            <a:extLst>
              <a:ext uri="{FF2B5EF4-FFF2-40B4-BE49-F238E27FC236}">
                <a16:creationId xmlns:a16="http://schemas.microsoft.com/office/drawing/2014/main" id="{B5B006EE-5550-C883-C536-BB83A5B53E0A}"/>
              </a:ext>
            </a:extLst>
          </p:cNvPr>
          <p:cNvSpPr/>
          <p:nvPr/>
        </p:nvSpPr>
        <p:spPr>
          <a:xfrm>
            <a:off x="568620" y="902408"/>
            <a:ext cx="11284820" cy="5677501"/>
          </a:xfrm>
          <a:prstGeom prst="rect">
            <a:avLst/>
          </a:prstGeom>
          <a:solidFill>
            <a:schemeClr val="bg1">
              <a:alpha val="50000"/>
            </a:schemeClr>
          </a:solidFill>
          <a:ln>
            <a:noFill/>
          </a:ln>
          <a:effectLst>
            <a:outerShdw blurRad="596900" sx="102000" sy="102000" algn="ctr" rotWithShape="0">
              <a:prstClr val="black">
                <a:alpha val="6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endParaRPr lang="zh-CN" altLang="en-US" dirty="0">
              <a:solidFill>
                <a:schemeClr val="tx1"/>
              </a:solidFill>
            </a:endParaRPr>
          </a:p>
        </p:txBody>
      </p:sp>
      <p:grpSp>
        <p:nvGrpSpPr>
          <p:cNvPr id="21" name="组合 20">
            <a:extLst>
              <a:ext uri="{FF2B5EF4-FFF2-40B4-BE49-F238E27FC236}">
                <a16:creationId xmlns:a16="http://schemas.microsoft.com/office/drawing/2014/main" id="{94B00202-6344-7141-7EA5-5BB662CED7FD}"/>
              </a:ext>
            </a:extLst>
          </p:cNvPr>
          <p:cNvGrpSpPr/>
          <p:nvPr/>
        </p:nvGrpSpPr>
        <p:grpSpPr>
          <a:xfrm>
            <a:off x="839788" y="553867"/>
            <a:ext cx="109520" cy="109520"/>
            <a:chOff x="839788" y="553867"/>
            <a:chExt cx="109520" cy="109520"/>
          </a:xfrm>
        </p:grpSpPr>
        <p:sp>
          <p:nvSpPr>
            <p:cNvPr id="22" name="椭圆 21">
              <a:extLst>
                <a:ext uri="{FF2B5EF4-FFF2-40B4-BE49-F238E27FC236}">
                  <a16:creationId xmlns:a16="http://schemas.microsoft.com/office/drawing/2014/main" id="{83E68924-0629-B307-DE99-95EF3ACFA423}"/>
                </a:ext>
              </a:extLst>
            </p:cNvPr>
            <p:cNvSpPr/>
            <p:nvPr/>
          </p:nvSpPr>
          <p:spPr>
            <a:xfrm>
              <a:off x="839788" y="553867"/>
              <a:ext cx="109520" cy="109520"/>
            </a:xfrm>
            <a:prstGeom prst="ellipse">
              <a:avLst/>
            </a:prstGeom>
            <a:gradFill>
              <a:gsLst>
                <a:gs pos="0">
                  <a:srgbClr val="00B0F0"/>
                </a:gs>
                <a:gs pos="100000">
                  <a:srgbClr val="0070C0"/>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cs typeface="+mn-ea"/>
                <a:sym typeface="+mn-lt"/>
              </a:endParaRPr>
            </a:p>
          </p:txBody>
        </p:sp>
        <p:sp>
          <p:nvSpPr>
            <p:cNvPr id="23" name="椭圆 22">
              <a:extLst>
                <a:ext uri="{FF2B5EF4-FFF2-40B4-BE49-F238E27FC236}">
                  <a16:creationId xmlns:a16="http://schemas.microsoft.com/office/drawing/2014/main" id="{ECDB591A-E211-8053-F5E6-66DC1B71B944}"/>
                </a:ext>
              </a:extLst>
            </p:cNvPr>
            <p:cNvSpPr/>
            <p:nvPr/>
          </p:nvSpPr>
          <p:spPr>
            <a:xfrm>
              <a:off x="858090" y="572169"/>
              <a:ext cx="72916" cy="729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cs typeface="+mn-ea"/>
                <a:sym typeface="+mn-lt"/>
              </a:endParaRPr>
            </a:p>
          </p:txBody>
        </p:sp>
      </p:grpSp>
      <p:grpSp>
        <p:nvGrpSpPr>
          <p:cNvPr id="34" name="组合 4">
            <a:extLst>
              <a:ext uri="{FF2B5EF4-FFF2-40B4-BE49-F238E27FC236}">
                <a16:creationId xmlns:a16="http://schemas.microsoft.com/office/drawing/2014/main" id="{6D2B1A52-D92D-A744-716C-02C29BF01964}"/>
              </a:ext>
            </a:extLst>
          </p:cNvPr>
          <p:cNvGrpSpPr/>
          <p:nvPr/>
        </p:nvGrpSpPr>
        <p:grpSpPr bwMode="auto">
          <a:xfrm>
            <a:off x="0" y="333375"/>
            <a:ext cx="1489075" cy="419100"/>
            <a:chOff x="0" y="0"/>
            <a:chExt cx="1489439" cy="419100"/>
          </a:xfrm>
        </p:grpSpPr>
        <p:sp>
          <p:nvSpPr>
            <p:cNvPr id="35" name="矩形 5">
              <a:extLst>
                <a:ext uri="{FF2B5EF4-FFF2-40B4-BE49-F238E27FC236}">
                  <a16:creationId xmlns:a16="http://schemas.microsoft.com/office/drawing/2014/main" id="{784D21A5-8C77-908F-33C8-282349069483}"/>
                </a:ext>
              </a:extLst>
            </p:cNvPr>
            <p:cNvSpPr>
              <a:spLocks noChangeArrowheads="1"/>
            </p:cNvSpPr>
            <p:nvPr/>
          </p:nvSpPr>
          <p:spPr bwMode="auto">
            <a:xfrm>
              <a:off x="0" y="0"/>
              <a:ext cx="1260840" cy="419100"/>
            </a:xfrm>
            <a:prstGeom prst="rect">
              <a:avLst/>
            </a:prstGeom>
            <a:solidFill>
              <a:srgbClr val="269FD3"/>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36" name="矩形 6">
              <a:extLst>
                <a:ext uri="{FF2B5EF4-FFF2-40B4-BE49-F238E27FC236}">
                  <a16:creationId xmlns:a16="http://schemas.microsoft.com/office/drawing/2014/main" id="{1BF54C98-6D31-1745-A674-E870E2EEC58F}"/>
                </a:ext>
              </a:extLst>
            </p:cNvPr>
            <p:cNvSpPr>
              <a:spLocks noChangeArrowheads="1"/>
            </p:cNvSpPr>
            <p:nvPr/>
          </p:nvSpPr>
          <p:spPr bwMode="auto">
            <a:xfrm>
              <a:off x="1317989" y="0"/>
              <a:ext cx="66675" cy="419100"/>
            </a:xfrm>
            <a:prstGeom prst="rect">
              <a:avLst/>
            </a:prstGeom>
            <a:solidFill>
              <a:srgbClr val="269FD3"/>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37" name="矩形 7">
              <a:extLst>
                <a:ext uri="{FF2B5EF4-FFF2-40B4-BE49-F238E27FC236}">
                  <a16:creationId xmlns:a16="http://schemas.microsoft.com/office/drawing/2014/main" id="{7C8E5886-BB15-782D-2ABD-2C8CFA3B1E82}"/>
                </a:ext>
              </a:extLst>
            </p:cNvPr>
            <p:cNvSpPr>
              <a:spLocks noChangeArrowheads="1"/>
            </p:cNvSpPr>
            <p:nvPr/>
          </p:nvSpPr>
          <p:spPr bwMode="auto">
            <a:xfrm>
              <a:off x="1441813" y="219075"/>
              <a:ext cx="47626" cy="200025"/>
            </a:xfrm>
            <a:prstGeom prst="rect">
              <a:avLst/>
            </a:prstGeom>
            <a:solidFill>
              <a:srgbClr val="269FD3"/>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grpSp>
      <p:sp>
        <p:nvSpPr>
          <p:cNvPr id="4" name="文本框 3">
            <a:extLst>
              <a:ext uri="{FF2B5EF4-FFF2-40B4-BE49-F238E27FC236}">
                <a16:creationId xmlns:a16="http://schemas.microsoft.com/office/drawing/2014/main" id="{1DF3BDA2-6FC4-0B2B-6207-AB9E8F5A74DC}"/>
              </a:ext>
            </a:extLst>
          </p:cNvPr>
          <p:cNvSpPr txBox="1"/>
          <p:nvPr/>
        </p:nvSpPr>
        <p:spPr>
          <a:xfrm>
            <a:off x="975114" y="1218337"/>
            <a:ext cx="10648266" cy="3416320"/>
          </a:xfrm>
          <a:prstGeom prst="rect">
            <a:avLst/>
          </a:prstGeom>
          <a:noFill/>
        </p:spPr>
        <p:txBody>
          <a:bodyPr wrap="square">
            <a:spAutoFit/>
          </a:bodyPr>
          <a:lstStyle/>
          <a:p>
            <a:pPr>
              <a:buNone/>
            </a:pPr>
            <a:r>
              <a:rPr lang="zh-CN" altLang="en-US" dirty="0"/>
              <a:t>同一个 </a:t>
            </a:r>
            <a:r>
              <a:rPr lang="en-US" altLang="zh-CN" dirty="0"/>
              <a:t>Global </a:t>
            </a:r>
            <a:r>
              <a:rPr lang="zh-CN" altLang="en-US" dirty="0"/>
              <a:t>方程（固定系数）在不同年份数据上评估，该年所有样本的最大绝对误差是否达到 </a:t>
            </a:r>
            <a:r>
              <a:rPr lang="en-US" altLang="zh-CN" dirty="0"/>
              <a:t>0.1–0.2°C</a:t>
            </a:r>
            <a:r>
              <a:rPr lang="zh-CN" altLang="en-US" dirty="0"/>
              <a:t>？</a:t>
            </a:r>
            <a:r>
              <a:rPr lang="zh-CN" altLang="en-US" sz="1800" dirty="0"/>
              <a:t>” </a:t>
            </a:r>
            <a:endParaRPr lang="en-US" altLang="zh-CN" sz="1800" dirty="0"/>
          </a:p>
          <a:p>
            <a:pPr>
              <a:buNone/>
            </a:pPr>
            <a:endParaRPr lang="en-US" altLang="zh-CN" dirty="0"/>
          </a:p>
          <a:p>
            <a:pPr>
              <a:buNone/>
            </a:pPr>
            <a:endParaRPr lang="en-US" altLang="zh-CN" sz="1800" dirty="0"/>
          </a:p>
          <a:p>
            <a:pPr>
              <a:buNone/>
            </a:pPr>
            <a:r>
              <a:rPr lang="zh-CN" altLang="en-US" dirty="0"/>
              <a:t>最差年份：</a:t>
            </a:r>
            <a:r>
              <a:rPr lang="en-US" altLang="zh-CN" dirty="0"/>
              <a:t>`2024` </a:t>
            </a:r>
            <a:r>
              <a:rPr lang="zh-CN" altLang="en-US" dirty="0"/>
              <a:t>年  </a:t>
            </a:r>
            <a:r>
              <a:rPr lang="en-US" altLang="zh-CN" dirty="0"/>
              <a:t>- `</a:t>
            </a:r>
            <a:r>
              <a:rPr lang="en-US" altLang="zh-CN" dirty="0" err="1"/>
              <a:t>MaxAbsError</a:t>
            </a:r>
            <a:r>
              <a:rPr lang="en-US" altLang="zh-CN" dirty="0"/>
              <a:t> = 1.559°C`  - `P99AbsError = 0.938°C`  - `Std = 0.152°C`  - `N = 4,163,923`</a:t>
            </a:r>
          </a:p>
          <a:p>
            <a:pPr>
              <a:buNone/>
            </a:pPr>
            <a:endParaRPr lang="en-US" altLang="zh-CN" dirty="0"/>
          </a:p>
          <a:p>
            <a:pPr>
              <a:buNone/>
            </a:pPr>
            <a:endParaRPr lang="en-US" altLang="zh-CN" dirty="0"/>
          </a:p>
          <a:p>
            <a:pPr>
              <a:buNone/>
            </a:pPr>
            <a:r>
              <a:rPr lang="en-US" altLang="zh-CN" dirty="0"/>
              <a:t>- </a:t>
            </a:r>
            <a:r>
              <a:rPr lang="zh-CN" altLang="en-US" dirty="0"/>
              <a:t>代表性“好年”：  </a:t>
            </a:r>
            <a:r>
              <a:rPr lang="en-US" altLang="zh-CN" dirty="0"/>
              <a:t>- `2021` </a:t>
            </a:r>
            <a:r>
              <a:rPr lang="zh-CN" altLang="en-US" dirty="0"/>
              <a:t>年：</a:t>
            </a:r>
            <a:r>
              <a:rPr lang="en-US" altLang="zh-CN" dirty="0"/>
              <a:t>`</a:t>
            </a:r>
            <a:r>
              <a:rPr lang="en-US" altLang="zh-CN" dirty="0" err="1"/>
              <a:t>MaxAbsError</a:t>
            </a:r>
            <a:r>
              <a:rPr lang="en-US" altLang="zh-CN" dirty="0"/>
              <a:t> = 0.245°C`</a:t>
            </a:r>
            <a:r>
              <a:rPr lang="zh-CN" altLang="en-US" dirty="0"/>
              <a:t>，</a:t>
            </a:r>
            <a:r>
              <a:rPr lang="en-US" altLang="zh-CN" dirty="0"/>
              <a:t>`P99AbsError = 0.116°C`</a:t>
            </a:r>
            <a:r>
              <a:rPr lang="zh-CN" altLang="en-US" dirty="0"/>
              <a:t>，</a:t>
            </a:r>
            <a:r>
              <a:rPr lang="en-US" altLang="zh-CN" dirty="0"/>
              <a:t>`Std = 0.027°C`  - `2022` </a:t>
            </a:r>
            <a:r>
              <a:rPr lang="zh-CN" altLang="en-US" dirty="0"/>
              <a:t>年：</a:t>
            </a:r>
            <a:r>
              <a:rPr lang="en-US" altLang="zh-CN" dirty="0"/>
              <a:t>`</a:t>
            </a:r>
            <a:r>
              <a:rPr lang="en-US" altLang="zh-CN" dirty="0" err="1"/>
              <a:t>MaxAbsError</a:t>
            </a:r>
            <a:r>
              <a:rPr lang="en-US" altLang="zh-CN" dirty="0"/>
              <a:t> = 0.449°C`</a:t>
            </a:r>
            <a:r>
              <a:rPr lang="zh-CN" altLang="en-US" dirty="0"/>
              <a:t>，</a:t>
            </a:r>
            <a:r>
              <a:rPr lang="en-US" altLang="zh-CN" dirty="0"/>
              <a:t>`P99AbsError = 0.107°C`</a:t>
            </a:r>
            <a:r>
              <a:rPr lang="zh-CN" altLang="en-US" dirty="0"/>
              <a:t>，</a:t>
            </a:r>
            <a:r>
              <a:rPr lang="en-US" altLang="zh-CN" dirty="0"/>
              <a:t>`Std ≈ 0.029°C`- </a:t>
            </a:r>
            <a:r>
              <a:rPr lang="zh-CN" altLang="en-US" dirty="0"/>
              <a:t>对“</a:t>
            </a:r>
            <a:r>
              <a:rPr lang="en-US" altLang="zh-CN" dirty="0"/>
              <a:t>0.1–0.2°C”</a:t>
            </a:r>
            <a:r>
              <a:rPr lang="zh-CN" altLang="en-US" dirty="0"/>
              <a:t>问题的回应：从图</a:t>
            </a:r>
            <a:r>
              <a:rPr lang="en-US" altLang="zh-CN" dirty="0"/>
              <a:t>1</a:t>
            </a:r>
            <a:r>
              <a:rPr lang="zh-CN" altLang="en-US" dirty="0"/>
              <a:t>与表可见，许多年 </a:t>
            </a:r>
            <a:r>
              <a:rPr lang="en-US" altLang="zh-CN" dirty="0"/>
              <a:t>`P99AbsError` </a:t>
            </a:r>
            <a:r>
              <a:rPr lang="zh-CN" altLang="en-US" dirty="0"/>
              <a:t>落在 </a:t>
            </a:r>
            <a:r>
              <a:rPr lang="en-US" altLang="zh-CN" dirty="0"/>
              <a:t>~0.1°C </a:t>
            </a:r>
            <a:r>
              <a:rPr lang="zh-CN" altLang="en-US" dirty="0"/>
              <a:t>量级，但部分年份的“极值”明显超过 </a:t>
            </a:r>
            <a:r>
              <a:rPr lang="en-US" altLang="zh-CN" dirty="0"/>
              <a:t>0.2°C</a:t>
            </a:r>
            <a:r>
              <a:rPr lang="zh-CN" altLang="en-US" dirty="0"/>
              <a:t>；最差年已在图中明确标注。</a:t>
            </a:r>
            <a:endParaRPr lang="zh-CN" altLang="en-US" sz="1800" dirty="0"/>
          </a:p>
        </p:txBody>
      </p:sp>
      <p:sp>
        <p:nvSpPr>
          <p:cNvPr id="6" name="文本框 5">
            <a:extLst>
              <a:ext uri="{FF2B5EF4-FFF2-40B4-BE49-F238E27FC236}">
                <a16:creationId xmlns:a16="http://schemas.microsoft.com/office/drawing/2014/main" id="{BFFDEC58-4F7E-2A37-601F-47B7EBC81FE1}"/>
              </a:ext>
            </a:extLst>
          </p:cNvPr>
          <p:cNvSpPr txBox="1"/>
          <p:nvPr/>
        </p:nvSpPr>
        <p:spPr>
          <a:xfrm>
            <a:off x="1549054" y="310251"/>
            <a:ext cx="2339102" cy="497316"/>
          </a:xfrm>
          <a:prstGeom prst="rect">
            <a:avLst/>
          </a:prstGeom>
          <a:noFill/>
        </p:spPr>
        <p:txBody>
          <a:bodyPr wrap="none" rtlCol="0">
            <a:spAutoFit/>
          </a:bodyPr>
          <a:lstStyle>
            <a:defPPr>
              <a:defRPr lang="zh-CN"/>
            </a:defPPr>
            <a:lvl1pPr>
              <a:lnSpc>
                <a:spcPct val="120000"/>
              </a:lnSpc>
              <a:defRPr sz="2400" b="1">
                <a:gradFill>
                  <a:gsLst>
                    <a:gs pos="0">
                      <a:srgbClr val="00B0F0"/>
                    </a:gs>
                    <a:gs pos="100000">
                      <a:srgbClr val="0070C0"/>
                    </a:gs>
                  </a:gsLst>
                  <a:lin ang="5400000" scaled="1"/>
                </a:gradFill>
                <a:latin typeface="思源黑体 CN Medium" panose="020B0600000000000000" pitchFamily="34" charset="-122"/>
                <a:ea typeface="思源黑体 CN Medium" panose="020B0600000000000000" pitchFamily="34" charset="-122"/>
              </a:defRPr>
            </a:lvl1pPr>
          </a:lstStyle>
          <a:p>
            <a:r>
              <a:rPr lang="zh-CN" altLang="en-US" dirty="0">
                <a:latin typeface="+mn-lt"/>
                <a:ea typeface="+mn-ea"/>
                <a:cs typeface="+mn-ea"/>
              </a:rPr>
              <a:t>年份区分的误差</a:t>
            </a:r>
          </a:p>
        </p:txBody>
      </p:sp>
    </p:spTree>
    <p:extLst>
      <p:ext uri="{BB962C8B-B14F-4D97-AF65-F5344CB8AC3E}">
        <p14:creationId xmlns:p14="http://schemas.microsoft.com/office/powerpoint/2010/main" val="21084622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E85548-2A9A-C990-5E5A-9B88FEBD6B1E}"/>
            </a:ext>
          </a:extLst>
        </p:cNvPr>
        <p:cNvGrpSpPr/>
        <p:nvPr/>
      </p:nvGrpSpPr>
      <p:grpSpPr>
        <a:xfrm>
          <a:off x="0" y="0"/>
          <a:ext cx="0" cy="0"/>
          <a:chOff x="0" y="0"/>
          <a:chExt cx="0" cy="0"/>
        </a:xfrm>
      </p:grpSpPr>
      <p:sp>
        <p:nvSpPr>
          <p:cNvPr id="24" name="矩形 23">
            <a:extLst>
              <a:ext uri="{FF2B5EF4-FFF2-40B4-BE49-F238E27FC236}">
                <a16:creationId xmlns:a16="http://schemas.microsoft.com/office/drawing/2014/main" id="{9A54D17F-966E-12D4-6FEB-812E4DEE471A}"/>
              </a:ext>
            </a:extLst>
          </p:cNvPr>
          <p:cNvSpPr/>
          <p:nvPr/>
        </p:nvSpPr>
        <p:spPr>
          <a:xfrm>
            <a:off x="568620" y="902408"/>
            <a:ext cx="11284820" cy="5677501"/>
          </a:xfrm>
          <a:prstGeom prst="rect">
            <a:avLst/>
          </a:prstGeom>
          <a:solidFill>
            <a:schemeClr val="bg1">
              <a:alpha val="50000"/>
            </a:schemeClr>
          </a:solidFill>
          <a:ln>
            <a:noFill/>
          </a:ln>
          <a:effectLst>
            <a:outerShdw blurRad="596900" sx="102000" sy="102000" algn="ctr" rotWithShape="0">
              <a:prstClr val="black">
                <a:alpha val="6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endParaRPr lang="zh-CN" altLang="en-US" dirty="0">
              <a:solidFill>
                <a:schemeClr val="tx1"/>
              </a:solidFill>
            </a:endParaRPr>
          </a:p>
        </p:txBody>
      </p:sp>
      <p:grpSp>
        <p:nvGrpSpPr>
          <p:cNvPr id="21" name="组合 20">
            <a:extLst>
              <a:ext uri="{FF2B5EF4-FFF2-40B4-BE49-F238E27FC236}">
                <a16:creationId xmlns:a16="http://schemas.microsoft.com/office/drawing/2014/main" id="{65D2B3CF-7342-F6CD-62D0-E0D73881EC9C}"/>
              </a:ext>
            </a:extLst>
          </p:cNvPr>
          <p:cNvGrpSpPr/>
          <p:nvPr/>
        </p:nvGrpSpPr>
        <p:grpSpPr>
          <a:xfrm>
            <a:off x="839788" y="553867"/>
            <a:ext cx="109520" cy="109520"/>
            <a:chOff x="839788" y="553867"/>
            <a:chExt cx="109520" cy="109520"/>
          </a:xfrm>
        </p:grpSpPr>
        <p:sp>
          <p:nvSpPr>
            <p:cNvPr id="22" name="椭圆 21">
              <a:extLst>
                <a:ext uri="{FF2B5EF4-FFF2-40B4-BE49-F238E27FC236}">
                  <a16:creationId xmlns:a16="http://schemas.microsoft.com/office/drawing/2014/main" id="{D27BE1D3-5CD2-955C-A77C-BD6B18C159A8}"/>
                </a:ext>
              </a:extLst>
            </p:cNvPr>
            <p:cNvSpPr/>
            <p:nvPr/>
          </p:nvSpPr>
          <p:spPr>
            <a:xfrm>
              <a:off x="839788" y="553867"/>
              <a:ext cx="109520" cy="109520"/>
            </a:xfrm>
            <a:prstGeom prst="ellipse">
              <a:avLst/>
            </a:prstGeom>
            <a:gradFill>
              <a:gsLst>
                <a:gs pos="0">
                  <a:srgbClr val="00B0F0"/>
                </a:gs>
                <a:gs pos="100000">
                  <a:srgbClr val="0070C0"/>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cs typeface="+mn-ea"/>
                <a:sym typeface="+mn-lt"/>
              </a:endParaRPr>
            </a:p>
          </p:txBody>
        </p:sp>
        <p:sp>
          <p:nvSpPr>
            <p:cNvPr id="23" name="椭圆 22">
              <a:extLst>
                <a:ext uri="{FF2B5EF4-FFF2-40B4-BE49-F238E27FC236}">
                  <a16:creationId xmlns:a16="http://schemas.microsoft.com/office/drawing/2014/main" id="{3115AA5E-8D63-A595-DCED-8A44E027C209}"/>
                </a:ext>
              </a:extLst>
            </p:cNvPr>
            <p:cNvSpPr/>
            <p:nvPr/>
          </p:nvSpPr>
          <p:spPr>
            <a:xfrm>
              <a:off x="858090" y="572169"/>
              <a:ext cx="72916" cy="729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cs typeface="+mn-ea"/>
                <a:sym typeface="+mn-lt"/>
              </a:endParaRPr>
            </a:p>
          </p:txBody>
        </p:sp>
      </p:grpSp>
      <p:grpSp>
        <p:nvGrpSpPr>
          <p:cNvPr id="34" name="组合 4">
            <a:extLst>
              <a:ext uri="{FF2B5EF4-FFF2-40B4-BE49-F238E27FC236}">
                <a16:creationId xmlns:a16="http://schemas.microsoft.com/office/drawing/2014/main" id="{9A1E7BEB-896B-BBE6-DD61-DC95F883BD71}"/>
              </a:ext>
            </a:extLst>
          </p:cNvPr>
          <p:cNvGrpSpPr/>
          <p:nvPr/>
        </p:nvGrpSpPr>
        <p:grpSpPr bwMode="auto">
          <a:xfrm>
            <a:off x="0" y="333375"/>
            <a:ext cx="1489075" cy="419100"/>
            <a:chOff x="0" y="0"/>
            <a:chExt cx="1489439" cy="419100"/>
          </a:xfrm>
        </p:grpSpPr>
        <p:sp>
          <p:nvSpPr>
            <p:cNvPr id="35" name="矩形 5">
              <a:extLst>
                <a:ext uri="{FF2B5EF4-FFF2-40B4-BE49-F238E27FC236}">
                  <a16:creationId xmlns:a16="http://schemas.microsoft.com/office/drawing/2014/main" id="{753C3639-E1CD-32E7-75AA-282F3FA6C590}"/>
                </a:ext>
              </a:extLst>
            </p:cNvPr>
            <p:cNvSpPr>
              <a:spLocks noChangeArrowheads="1"/>
            </p:cNvSpPr>
            <p:nvPr/>
          </p:nvSpPr>
          <p:spPr bwMode="auto">
            <a:xfrm>
              <a:off x="0" y="0"/>
              <a:ext cx="1260840" cy="419100"/>
            </a:xfrm>
            <a:prstGeom prst="rect">
              <a:avLst/>
            </a:prstGeom>
            <a:solidFill>
              <a:srgbClr val="269FD3"/>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36" name="矩形 6">
              <a:extLst>
                <a:ext uri="{FF2B5EF4-FFF2-40B4-BE49-F238E27FC236}">
                  <a16:creationId xmlns:a16="http://schemas.microsoft.com/office/drawing/2014/main" id="{F36BA738-62F2-C650-07C2-0B4A7E77EC3E}"/>
                </a:ext>
              </a:extLst>
            </p:cNvPr>
            <p:cNvSpPr>
              <a:spLocks noChangeArrowheads="1"/>
            </p:cNvSpPr>
            <p:nvPr/>
          </p:nvSpPr>
          <p:spPr bwMode="auto">
            <a:xfrm>
              <a:off x="1317989" y="0"/>
              <a:ext cx="66675" cy="419100"/>
            </a:xfrm>
            <a:prstGeom prst="rect">
              <a:avLst/>
            </a:prstGeom>
            <a:solidFill>
              <a:srgbClr val="269FD3"/>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37" name="矩形 7">
              <a:extLst>
                <a:ext uri="{FF2B5EF4-FFF2-40B4-BE49-F238E27FC236}">
                  <a16:creationId xmlns:a16="http://schemas.microsoft.com/office/drawing/2014/main" id="{74B37055-2E6E-992D-7709-00694CFE2610}"/>
                </a:ext>
              </a:extLst>
            </p:cNvPr>
            <p:cNvSpPr>
              <a:spLocks noChangeArrowheads="1"/>
            </p:cNvSpPr>
            <p:nvPr/>
          </p:nvSpPr>
          <p:spPr bwMode="auto">
            <a:xfrm>
              <a:off x="1441813" y="219075"/>
              <a:ext cx="47626" cy="200025"/>
            </a:xfrm>
            <a:prstGeom prst="rect">
              <a:avLst/>
            </a:prstGeom>
            <a:solidFill>
              <a:srgbClr val="269FD3"/>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grpSp>
      <p:pic>
        <p:nvPicPr>
          <p:cNvPr id="3" name="图片 2" descr="图表, 折线图&#10;&#10;AI 生成的内容可能不正确。">
            <a:extLst>
              <a:ext uri="{FF2B5EF4-FFF2-40B4-BE49-F238E27FC236}">
                <a16:creationId xmlns:a16="http://schemas.microsoft.com/office/drawing/2014/main" id="{BF3953F7-1EF9-6C41-3F26-B2B022504B5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87668" y="936397"/>
            <a:ext cx="9816663" cy="5609521"/>
          </a:xfrm>
          <a:prstGeom prst="rect">
            <a:avLst/>
          </a:prstGeom>
        </p:spPr>
      </p:pic>
      <p:sp>
        <p:nvSpPr>
          <p:cNvPr id="7" name="文本框 6">
            <a:extLst>
              <a:ext uri="{FF2B5EF4-FFF2-40B4-BE49-F238E27FC236}">
                <a16:creationId xmlns:a16="http://schemas.microsoft.com/office/drawing/2014/main" id="{A6CA13C0-A673-48B6-1969-109EEE3E7BD0}"/>
              </a:ext>
            </a:extLst>
          </p:cNvPr>
          <p:cNvSpPr txBox="1"/>
          <p:nvPr/>
        </p:nvSpPr>
        <p:spPr>
          <a:xfrm>
            <a:off x="1549054" y="310251"/>
            <a:ext cx="2339102" cy="497316"/>
          </a:xfrm>
          <a:prstGeom prst="rect">
            <a:avLst/>
          </a:prstGeom>
          <a:noFill/>
        </p:spPr>
        <p:txBody>
          <a:bodyPr wrap="none" rtlCol="0">
            <a:spAutoFit/>
          </a:bodyPr>
          <a:lstStyle>
            <a:defPPr>
              <a:defRPr lang="zh-CN"/>
            </a:defPPr>
            <a:lvl1pPr>
              <a:lnSpc>
                <a:spcPct val="120000"/>
              </a:lnSpc>
              <a:defRPr sz="2400" b="1">
                <a:gradFill>
                  <a:gsLst>
                    <a:gs pos="0">
                      <a:srgbClr val="00B0F0"/>
                    </a:gs>
                    <a:gs pos="100000">
                      <a:srgbClr val="0070C0"/>
                    </a:gs>
                  </a:gsLst>
                  <a:lin ang="5400000" scaled="1"/>
                </a:gradFill>
                <a:latin typeface="思源黑体 CN Medium" panose="020B0600000000000000" pitchFamily="34" charset="-122"/>
                <a:ea typeface="思源黑体 CN Medium" panose="020B0600000000000000" pitchFamily="34" charset="-122"/>
              </a:defRPr>
            </a:lvl1pPr>
          </a:lstStyle>
          <a:p>
            <a:r>
              <a:rPr lang="zh-CN" altLang="en-US" dirty="0">
                <a:latin typeface="+mn-lt"/>
                <a:ea typeface="+mn-ea"/>
                <a:cs typeface="+mn-ea"/>
              </a:rPr>
              <a:t>年份区分的误差</a:t>
            </a:r>
          </a:p>
        </p:txBody>
      </p:sp>
    </p:spTree>
    <p:extLst>
      <p:ext uri="{BB962C8B-B14F-4D97-AF65-F5344CB8AC3E}">
        <p14:creationId xmlns:p14="http://schemas.microsoft.com/office/powerpoint/2010/main" val="6969416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3D36A4-125E-3629-CDD8-9FEC9B0CEE91}"/>
            </a:ext>
          </a:extLst>
        </p:cNvPr>
        <p:cNvGrpSpPr/>
        <p:nvPr/>
      </p:nvGrpSpPr>
      <p:grpSpPr>
        <a:xfrm>
          <a:off x="0" y="0"/>
          <a:ext cx="0" cy="0"/>
          <a:chOff x="0" y="0"/>
          <a:chExt cx="0" cy="0"/>
        </a:xfrm>
      </p:grpSpPr>
      <p:sp>
        <p:nvSpPr>
          <p:cNvPr id="24" name="矩形 23">
            <a:extLst>
              <a:ext uri="{FF2B5EF4-FFF2-40B4-BE49-F238E27FC236}">
                <a16:creationId xmlns:a16="http://schemas.microsoft.com/office/drawing/2014/main" id="{F131F06E-66A8-20F3-A682-E634489B8FC6}"/>
              </a:ext>
            </a:extLst>
          </p:cNvPr>
          <p:cNvSpPr/>
          <p:nvPr/>
        </p:nvSpPr>
        <p:spPr>
          <a:xfrm>
            <a:off x="568620" y="902408"/>
            <a:ext cx="11284820" cy="5677501"/>
          </a:xfrm>
          <a:prstGeom prst="rect">
            <a:avLst/>
          </a:prstGeom>
          <a:solidFill>
            <a:schemeClr val="bg1">
              <a:alpha val="50000"/>
            </a:schemeClr>
          </a:solidFill>
          <a:ln>
            <a:noFill/>
          </a:ln>
          <a:effectLst>
            <a:outerShdw blurRad="596900" sx="102000" sy="102000" algn="ctr" rotWithShape="0">
              <a:prstClr val="black">
                <a:alpha val="6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endParaRPr lang="zh-CN" altLang="en-US" dirty="0">
              <a:solidFill>
                <a:schemeClr val="tx1"/>
              </a:solidFill>
            </a:endParaRPr>
          </a:p>
        </p:txBody>
      </p:sp>
      <p:sp>
        <p:nvSpPr>
          <p:cNvPr id="19" name="文本框 18">
            <a:extLst>
              <a:ext uri="{FF2B5EF4-FFF2-40B4-BE49-F238E27FC236}">
                <a16:creationId xmlns:a16="http://schemas.microsoft.com/office/drawing/2014/main" id="{3494FF36-9F66-7163-4464-932CB4E1762A}"/>
              </a:ext>
            </a:extLst>
          </p:cNvPr>
          <p:cNvSpPr txBox="1"/>
          <p:nvPr/>
        </p:nvSpPr>
        <p:spPr>
          <a:xfrm>
            <a:off x="1549054" y="310251"/>
            <a:ext cx="2339102" cy="497316"/>
          </a:xfrm>
          <a:prstGeom prst="rect">
            <a:avLst/>
          </a:prstGeom>
          <a:noFill/>
        </p:spPr>
        <p:txBody>
          <a:bodyPr wrap="none" rtlCol="0">
            <a:spAutoFit/>
          </a:bodyPr>
          <a:lstStyle>
            <a:defPPr>
              <a:defRPr lang="zh-CN"/>
            </a:defPPr>
            <a:lvl1pPr>
              <a:lnSpc>
                <a:spcPct val="120000"/>
              </a:lnSpc>
              <a:defRPr sz="2400" b="1">
                <a:gradFill>
                  <a:gsLst>
                    <a:gs pos="0">
                      <a:srgbClr val="00B0F0"/>
                    </a:gs>
                    <a:gs pos="100000">
                      <a:srgbClr val="0070C0"/>
                    </a:gs>
                  </a:gsLst>
                  <a:lin ang="5400000" scaled="1"/>
                </a:gradFill>
                <a:latin typeface="思源黑体 CN Medium" panose="020B0600000000000000" pitchFamily="34" charset="-122"/>
                <a:ea typeface="思源黑体 CN Medium" panose="020B0600000000000000" pitchFamily="34" charset="-122"/>
              </a:defRPr>
            </a:lvl1pPr>
          </a:lstStyle>
          <a:p>
            <a:r>
              <a:rPr lang="zh-CN" altLang="en-US" dirty="0">
                <a:latin typeface="+mn-lt"/>
                <a:ea typeface="+mn-ea"/>
                <a:cs typeface="+mn-ea"/>
              </a:rPr>
              <a:t>年份区分的误差</a:t>
            </a:r>
          </a:p>
        </p:txBody>
      </p:sp>
      <p:grpSp>
        <p:nvGrpSpPr>
          <p:cNvPr id="21" name="组合 20">
            <a:extLst>
              <a:ext uri="{FF2B5EF4-FFF2-40B4-BE49-F238E27FC236}">
                <a16:creationId xmlns:a16="http://schemas.microsoft.com/office/drawing/2014/main" id="{1869B508-52F8-009D-665C-6BB7063D0FBE}"/>
              </a:ext>
            </a:extLst>
          </p:cNvPr>
          <p:cNvGrpSpPr/>
          <p:nvPr/>
        </p:nvGrpSpPr>
        <p:grpSpPr>
          <a:xfrm>
            <a:off x="839788" y="553867"/>
            <a:ext cx="109520" cy="109520"/>
            <a:chOff x="839788" y="553867"/>
            <a:chExt cx="109520" cy="109520"/>
          </a:xfrm>
        </p:grpSpPr>
        <p:sp>
          <p:nvSpPr>
            <p:cNvPr id="22" name="椭圆 21">
              <a:extLst>
                <a:ext uri="{FF2B5EF4-FFF2-40B4-BE49-F238E27FC236}">
                  <a16:creationId xmlns:a16="http://schemas.microsoft.com/office/drawing/2014/main" id="{8B821322-161D-F1E3-0EFC-81774185ABB5}"/>
                </a:ext>
              </a:extLst>
            </p:cNvPr>
            <p:cNvSpPr/>
            <p:nvPr/>
          </p:nvSpPr>
          <p:spPr>
            <a:xfrm>
              <a:off x="839788" y="553867"/>
              <a:ext cx="109520" cy="109520"/>
            </a:xfrm>
            <a:prstGeom prst="ellipse">
              <a:avLst/>
            </a:prstGeom>
            <a:gradFill>
              <a:gsLst>
                <a:gs pos="0">
                  <a:srgbClr val="00B0F0"/>
                </a:gs>
                <a:gs pos="100000">
                  <a:srgbClr val="0070C0"/>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cs typeface="+mn-ea"/>
                <a:sym typeface="+mn-lt"/>
              </a:endParaRPr>
            </a:p>
          </p:txBody>
        </p:sp>
        <p:sp>
          <p:nvSpPr>
            <p:cNvPr id="23" name="椭圆 22">
              <a:extLst>
                <a:ext uri="{FF2B5EF4-FFF2-40B4-BE49-F238E27FC236}">
                  <a16:creationId xmlns:a16="http://schemas.microsoft.com/office/drawing/2014/main" id="{18C58F41-163A-BECB-FBBE-0F8B917EE9AD}"/>
                </a:ext>
              </a:extLst>
            </p:cNvPr>
            <p:cNvSpPr/>
            <p:nvPr/>
          </p:nvSpPr>
          <p:spPr>
            <a:xfrm>
              <a:off x="858090" y="572169"/>
              <a:ext cx="72916" cy="729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cs typeface="+mn-ea"/>
                <a:sym typeface="+mn-lt"/>
              </a:endParaRPr>
            </a:p>
          </p:txBody>
        </p:sp>
      </p:grpSp>
      <p:grpSp>
        <p:nvGrpSpPr>
          <p:cNvPr id="34" name="组合 4">
            <a:extLst>
              <a:ext uri="{FF2B5EF4-FFF2-40B4-BE49-F238E27FC236}">
                <a16:creationId xmlns:a16="http://schemas.microsoft.com/office/drawing/2014/main" id="{75F80368-62EE-3BE0-308A-7E315B3E8D47}"/>
              </a:ext>
            </a:extLst>
          </p:cNvPr>
          <p:cNvGrpSpPr/>
          <p:nvPr/>
        </p:nvGrpSpPr>
        <p:grpSpPr bwMode="auto">
          <a:xfrm>
            <a:off x="0" y="333375"/>
            <a:ext cx="1489075" cy="419100"/>
            <a:chOff x="0" y="0"/>
            <a:chExt cx="1489439" cy="419100"/>
          </a:xfrm>
        </p:grpSpPr>
        <p:sp>
          <p:nvSpPr>
            <p:cNvPr id="35" name="矩形 5">
              <a:extLst>
                <a:ext uri="{FF2B5EF4-FFF2-40B4-BE49-F238E27FC236}">
                  <a16:creationId xmlns:a16="http://schemas.microsoft.com/office/drawing/2014/main" id="{BEB291EF-EFB4-4CED-1729-9A7B6025CF9F}"/>
                </a:ext>
              </a:extLst>
            </p:cNvPr>
            <p:cNvSpPr>
              <a:spLocks noChangeArrowheads="1"/>
            </p:cNvSpPr>
            <p:nvPr/>
          </p:nvSpPr>
          <p:spPr bwMode="auto">
            <a:xfrm>
              <a:off x="0" y="0"/>
              <a:ext cx="1260840" cy="419100"/>
            </a:xfrm>
            <a:prstGeom prst="rect">
              <a:avLst/>
            </a:prstGeom>
            <a:solidFill>
              <a:srgbClr val="269FD3"/>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36" name="矩形 6">
              <a:extLst>
                <a:ext uri="{FF2B5EF4-FFF2-40B4-BE49-F238E27FC236}">
                  <a16:creationId xmlns:a16="http://schemas.microsoft.com/office/drawing/2014/main" id="{D31FBE3A-7359-A471-B4A1-A4CB2C7F7AA7}"/>
                </a:ext>
              </a:extLst>
            </p:cNvPr>
            <p:cNvSpPr>
              <a:spLocks noChangeArrowheads="1"/>
            </p:cNvSpPr>
            <p:nvPr/>
          </p:nvSpPr>
          <p:spPr bwMode="auto">
            <a:xfrm>
              <a:off x="1317989" y="0"/>
              <a:ext cx="66675" cy="419100"/>
            </a:xfrm>
            <a:prstGeom prst="rect">
              <a:avLst/>
            </a:prstGeom>
            <a:solidFill>
              <a:srgbClr val="269FD3"/>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37" name="矩形 7">
              <a:extLst>
                <a:ext uri="{FF2B5EF4-FFF2-40B4-BE49-F238E27FC236}">
                  <a16:creationId xmlns:a16="http://schemas.microsoft.com/office/drawing/2014/main" id="{2D2C969B-7691-46E2-8D94-724A98B4F6B3}"/>
                </a:ext>
              </a:extLst>
            </p:cNvPr>
            <p:cNvSpPr>
              <a:spLocks noChangeArrowheads="1"/>
            </p:cNvSpPr>
            <p:nvPr/>
          </p:nvSpPr>
          <p:spPr bwMode="auto">
            <a:xfrm>
              <a:off x="1441813" y="219075"/>
              <a:ext cx="47626" cy="200025"/>
            </a:xfrm>
            <a:prstGeom prst="rect">
              <a:avLst/>
            </a:prstGeom>
            <a:solidFill>
              <a:srgbClr val="269FD3"/>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grpSp>
      <p:pic>
        <p:nvPicPr>
          <p:cNvPr id="6" name="图片 5" descr="图表, 折线图&#10;&#10;AI 生成的内容可能不正确。">
            <a:extLst>
              <a:ext uri="{FF2B5EF4-FFF2-40B4-BE49-F238E27FC236}">
                <a16:creationId xmlns:a16="http://schemas.microsoft.com/office/drawing/2014/main" id="{C06A36CC-0C1C-4AB5-FB4F-DAD9F578D3C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68278" y="2297985"/>
            <a:ext cx="7315215" cy="3657607"/>
          </a:xfrm>
          <a:prstGeom prst="rect">
            <a:avLst/>
          </a:prstGeom>
        </p:spPr>
      </p:pic>
    </p:spTree>
    <p:extLst>
      <p:ext uri="{BB962C8B-B14F-4D97-AF65-F5344CB8AC3E}">
        <p14:creationId xmlns:p14="http://schemas.microsoft.com/office/powerpoint/2010/main" val="20294282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25E9EE-88C8-1E20-7CD5-13B8221BECEC}"/>
            </a:ext>
          </a:extLst>
        </p:cNvPr>
        <p:cNvGrpSpPr/>
        <p:nvPr/>
      </p:nvGrpSpPr>
      <p:grpSpPr>
        <a:xfrm>
          <a:off x="0" y="0"/>
          <a:ext cx="0" cy="0"/>
          <a:chOff x="0" y="0"/>
          <a:chExt cx="0" cy="0"/>
        </a:xfrm>
      </p:grpSpPr>
      <p:sp>
        <p:nvSpPr>
          <p:cNvPr id="4" name="椭圆 3">
            <a:extLst>
              <a:ext uri="{FF2B5EF4-FFF2-40B4-BE49-F238E27FC236}">
                <a16:creationId xmlns:a16="http://schemas.microsoft.com/office/drawing/2014/main" id="{5F1A078A-D183-90FE-13E6-BE37F5AC2EF2}"/>
              </a:ext>
            </a:extLst>
          </p:cNvPr>
          <p:cNvSpPr/>
          <p:nvPr/>
        </p:nvSpPr>
        <p:spPr>
          <a:xfrm>
            <a:off x="-12015816" y="-11077140"/>
            <a:ext cx="29140034" cy="29140026"/>
          </a:xfrm>
          <a:prstGeom prst="ellipse">
            <a:avLst/>
          </a:prstGeom>
          <a:noFill/>
          <a:ln w="6350">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萍方-简" panose="020B0800000000000000" pitchFamily="34" charset="-122"/>
              <a:ea typeface=".萍方-简" panose="020B0800000000000000" pitchFamily="34" charset="-122"/>
              <a:cs typeface="+mn-cs"/>
            </a:endParaRPr>
          </a:p>
        </p:txBody>
      </p:sp>
      <p:sp>
        <p:nvSpPr>
          <p:cNvPr id="5" name="椭圆 4">
            <a:extLst>
              <a:ext uri="{FF2B5EF4-FFF2-40B4-BE49-F238E27FC236}">
                <a16:creationId xmlns:a16="http://schemas.microsoft.com/office/drawing/2014/main" id="{45AAEA20-AE9A-75BD-4020-98EF27C07522}"/>
              </a:ext>
            </a:extLst>
          </p:cNvPr>
          <p:cNvSpPr/>
          <p:nvPr/>
        </p:nvSpPr>
        <p:spPr>
          <a:xfrm>
            <a:off x="-18309221" y="-17370545"/>
            <a:ext cx="41726844" cy="41726836"/>
          </a:xfrm>
          <a:prstGeom prst="ellipse">
            <a:avLst/>
          </a:prstGeom>
          <a:noFill/>
          <a:ln w="6350">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萍方-简" panose="020B0800000000000000" pitchFamily="34" charset="-122"/>
              <a:ea typeface=".萍方-简" panose="020B0800000000000000" pitchFamily="34" charset="-122"/>
              <a:cs typeface="+mn-cs"/>
            </a:endParaRPr>
          </a:p>
        </p:txBody>
      </p:sp>
      <p:sp>
        <p:nvSpPr>
          <p:cNvPr id="20" name="椭圆 19">
            <a:extLst>
              <a:ext uri="{FF2B5EF4-FFF2-40B4-BE49-F238E27FC236}">
                <a16:creationId xmlns:a16="http://schemas.microsoft.com/office/drawing/2014/main" id="{2DE372DF-7DCA-A4D0-9CD0-D10946F8C618}"/>
              </a:ext>
            </a:extLst>
          </p:cNvPr>
          <p:cNvSpPr/>
          <p:nvPr/>
        </p:nvSpPr>
        <p:spPr>
          <a:xfrm>
            <a:off x="1272507" y="2278882"/>
            <a:ext cx="2494596" cy="249459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萍方-简" panose="020B0800000000000000" pitchFamily="34" charset="-122"/>
              <a:ea typeface=".萍方-简" panose="020B0800000000000000" pitchFamily="34" charset="-122"/>
              <a:cs typeface="+mn-cs"/>
            </a:endParaRPr>
          </a:p>
        </p:txBody>
      </p:sp>
      <p:sp>
        <p:nvSpPr>
          <p:cNvPr id="21" name="矩形 20">
            <a:extLst>
              <a:ext uri="{FF2B5EF4-FFF2-40B4-BE49-F238E27FC236}">
                <a16:creationId xmlns:a16="http://schemas.microsoft.com/office/drawing/2014/main" id="{E08144F2-976B-7EF9-DF4E-A279CF1D4E7E}"/>
              </a:ext>
            </a:extLst>
          </p:cNvPr>
          <p:cNvSpPr/>
          <p:nvPr/>
        </p:nvSpPr>
        <p:spPr>
          <a:xfrm>
            <a:off x="5272735" y="3105834"/>
            <a:ext cx="4801314" cy="646331"/>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3600" dirty="0">
                <a:gradFill>
                  <a:gsLst>
                    <a:gs pos="0">
                      <a:srgbClr val="0081C5"/>
                    </a:gs>
                    <a:gs pos="100000">
                      <a:srgbClr val="00B0F0"/>
                    </a:gs>
                  </a:gsLst>
                  <a:lin ang="5400000" scaled="1"/>
                </a:gradFill>
                <a:latin typeface=".萍方-简" panose="020B0800000000000000" pitchFamily="34" charset="-122"/>
                <a:ea typeface=".萍方-简" panose="020B0800000000000000" pitchFamily="34" charset="-122"/>
              </a:rPr>
              <a:t>开题报告合适数据调研</a:t>
            </a:r>
          </a:p>
        </p:txBody>
      </p:sp>
      <p:pic>
        <p:nvPicPr>
          <p:cNvPr id="3" name="图片 2" descr="图标&#10;&#10;描述已自动生成">
            <a:extLst>
              <a:ext uri="{FF2B5EF4-FFF2-40B4-BE49-F238E27FC236}">
                <a16:creationId xmlns:a16="http://schemas.microsoft.com/office/drawing/2014/main" id="{C33DD0BF-B57F-F438-6DD3-99757C3DD6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12585" y="3018960"/>
            <a:ext cx="1014440" cy="1014440"/>
          </a:xfrm>
          <a:prstGeom prst="rect">
            <a:avLst/>
          </a:prstGeom>
        </p:spPr>
      </p:pic>
    </p:spTree>
    <p:extLst>
      <p:ext uri="{BB962C8B-B14F-4D97-AF65-F5344CB8AC3E}">
        <p14:creationId xmlns:p14="http://schemas.microsoft.com/office/powerpoint/2010/main" val="1448693920"/>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E24FF5-FC34-4AE4-96AA-194B2C2647F7}"/>
            </a:ext>
          </a:extLst>
        </p:cNvPr>
        <p:cNvGrpSpPr/>
        <p:nvPr/>
      </p:nvGrpSpPr>
      <p:grpSpPr>
        <a:xfrm>
          <a:off x="0" y="0"/>
          <a:ext cx="0" cy="0"/>
          <a:chOff x="0" y="0"/>
          <a:chExt cx="0" cy="0"/>
        </a:xfrm>
      </p:grpSpPr>
      <p:sp>
        <p:nvSpPr>
          <p:cNvPr id="24" name="矩形 23">
            <a:extLst>
              <a:ext uri="{FF2B5EF4-FFF2-40B4-BE49-F238E27FC236}">
                <a16:creationId xmlns:a16="http://schemas.microsoft.com/office/drawing/2014/main" id="{7A21DFB2-924C-ED1C-9087-7F41EDFDBA81}"/>
              </a:ext>
            </a:extLst>
          </p:cNvPr>
          <p:cNvSpPr/>
          <p:nvPr/>
        </p:nvSpPr>
        <p:spPr>
          <a:xfrm>
            <a:off x="568620" y="972967"/>
            <a:ext cx="11284820" cy="5677501"/>
          </a:xfrm>
          <a:prstGeom prst="rect">
            <a:avLst/>
          </a:prstGeom>
          <a:solidFill>
            <a:schemeClr val="bg1">
              <a:alpha val="50000"/>
            </a:schemeClr>
          </a:solidFill>
          <a:ln>
            <a:noFill/>
          </a:ln>
          <a:effectLst>
            <a:outerShdw blurRad="596900" sx="102000" sy="102000" algn="ctr" rotWithShape="0">
              <a:prstClr val="black">
                <a:alpha val="6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endParaRPr lang="zh-CN" altLang="en-US" dirty="0">
              <a:solidFill>
                <a:schemeClr val="tx1"/>
              </a:solidFill>
            </a:endParaRPr>
          </a:p>
        </p:txBody>
      </p:sp>
      <p:sp>
        <p:nvSpPr>
          <p:cNvPr id="19" name="文本框 18">
            <a:extLst>
              <a:ext uri="{FF2B5EF4-FFF2-40B4-BE49-F238E27FC236}">
                <a16:creationId xmlns:a16="http://schemas.microsoft.com/office/drawing/2014/main" id="{94560D06-FE41-9C57-7B1A-7ECBDEAECAFD}"/>
              </a:ext>
            </a:extLst>
          </p:cNvPr>
          <p:cNvSpPr txBox="1"/>
          <p:nvPr/>
        </p:nvSpPr>
        <p:spPr>
          <a:xfrm>
            <a:off x="1549054" y="310251"/>
            <a:ext cx="2646878" cy="497316"/>
          </a:xfrm>
          <a:prstGeom prst="rect">
            <a:avLst/>
          </a:prstGeom>
          <a:noFill/>
        </p:spPr>
        <p:txBody>
          <a:bodyPr wrap="none" rtlCol="0">
            <a:spAutoFit/>
          </a:bodyPr>
          <a:lstStyle>
            <a:defPPr>
              <a:defRPr lang="zh-CN"/>
            </a:defPPr>
            <a:lvl1pPr>
              <a:lnSpc>
                <a:spcPct val="120000"/>
              </a:lnSpc>
              <a:defRPr sz="2400" b="1">
                <a:gradFill>
                  <a:gsLst>
                    <a:gs pos="0">
                      <a:srgbClr val="00B0F0"/>
                    </a:gs>
                    <a:gs pos="100000">
                      <a:srgbClr val="0070C0"/>
                    </a:gs>
                  </a:gsLst>
                  <a:lin ang="5400000" scaled="1"/>
                </a:gradFill>
                <a:latin typeface="思源黑体 CN Medium" panose="020B0600000000000000" pitchFamily="34" charset="-122"/>
                <a:ea typeface="思源黑体 CN Medium" panose="020B0600000000000000" pitchFamily="34" charset="-122"/>
              </a:defRPr>
            </a:lvl1pPr>
          </a:lstStyle>
          <a:p>
            <a:r>
              <a:rPr lang="zh-CN" altLang="en-US" dirty="0">
                <a:latin typeface="+mn-lt"/>
                <a:ea typeface="+mn-ea"/>
                <a:cs typeface="+mn-ea"/>
              </a:rPr>
              <a:t>数据处理流程总结</a:t>
            </a:r>
          </a:p>
        </p:txBody>
      </p:sp>
      <p:grpSp>
        <p:nvGrpSpPr>
          <p:cNvPr id="21" name="组合 20">
            <a:extLst>
              <a:ext uri="{FF2B5EF4-FFF2-40B4-BE49-F238E27FC236}">
                <a16:creationId xmlns:a16="http://schemas.microsoft.com/office/drawing/2014/main" id="{E9E0C9CD-A559-7BD3-22A9-C53842BA31DD}"/>
              </a:ext>
            </a:extLst>
          </p:cNvPr>
          <p:cNvGrpSpPr/>
          <p:nvPr/>
        </p:nvGrpSpPr>
        <p:grpSpPr>
          <a:xfrm>
            <a:off x="839788" y="553867"/>
            <a:ext cx="109520" cy="109520"/>
            <a:chOff x="839788" y="553867"/>
            <a:chExt cx="109520" cy="109520"/>
          </a:xfrm>
        </p:grpSpPr>
        <p:sp>
          <p:nvSpPr>
            <p:cNvPr id="22" name="椭圆 21">
              <a:extLst>
                <a:ext uri="{FF2B5EF4-FFF2-40B4-BE49-F238E27FC236}">
                  <a16:creationId xmlns:a16="http://schemas.microsoft.com/office/drawing/2014/main" id="{2BFD9022-56FF-7401-2671-D8BCE7BE6A6F}"/>
                </a:ext>
              </a:extLst>
            </p:cNvPr>
            <p:cNvSpPr/>
            <p:nvPr/>
          </p:nvSpPr>
          <p:spPr>
            <a:xfrm>
              <a:off x="839788" y="553867"/>
              <a:ext cx="109520" cy="109520"/>
            </a:xfrm>
            <a:prstGeom prst="ellipse">
              <a:avLst/>
            </a:prstGeom>
            <a:gradFill>
              <a:gsLst>
                <a:gs pos="0">
                  <a:srgbClr val="00B0F0"/>
                </a:gs>
                <a:gs pos="100000">
                  <a:srgbClr val="0070C0"/>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cs typeface="+mn-ea"/>
                <a:sym typeface="+mn-lt"/>
              </a:endParaRPr>
            </a:p>
          </p:txBody>
        </p:sp>
        <p:sp>
          <p:nvSpPr>
            <p:cNvPr id="23" name="椭圆 22">
              <a:extLst>
                <a:ext uri="{FF2B5EF4-FFF2-40B4-BE49-F238E27FC236}">
                  <a16:creationId xmlns:a16="http://schemas.microsoft.com/office/drawing/2014/main" id="{13527573-FA5A-8559-5C72-BF7E17AA7332}"/>
                </a:ext>
              </a:extLst>
            </p:cNvPr>
            <p:cNvSpPr/>
            <p:nvPr/>
          </p:nvSpPr>
          <p:spPr>
            <a:xfrm>
              <a:off x="858090" y="572169"/>
              <a:ext cx="72916" cy="729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cs typeface="+mn-ea"/>
                <a:sym typeface="+mn-lt"/>
              </a:endParaRPr>
            </a:p>
          </p:txBody>
        </p:sp>
      </p:grpSp>
      <p:grpSp>
        <p:nvGrpSpPr>
          <p:cNvPr id="34" name="组合 4">
            <a:extLst>
              <a:ext uri="{FF2B5EF4-FFF2-40B4-BE49-F238E27FC236}">
                <a16:creationId xmlns:a16="http://schemas.microsoft.com/office/drawing/2014/main" id="{D9B8EA26-D62F-1094-ED1A-C2236D5A4766}"/>
              </a:ext>
            </a:extLst>
          </p:cNvPr>
          <p:cNvGrpSpPr/>
          <p:nvPr/>
        </p:nvGrpSpPr>
        <p:grpSpPr bwMode="auto">
          <a:xfrm>
            <a:off x="0" y="333375"/>
            <a:ext cx="1489075" cy="419100"/>
            <a:chOff x="0" y="0"/>
            <a:chExt cx="1489439" cy="419100"/>
          </a:xfrm>
        </p:grpSpPr>
        <p:sp>
          <p:nvSpPr>
            <p:cNvPr id="35" name="矩形 5">
              <a:extLst>
                <a:ext uri="{FF2B5EF4-FFF2-40B4-BE49-F238E27FC236}">
                  <a16:creationId xmlns:a16="http://schemas.microsoft.com/office/drawing/2014/main" id="{111EB520-1963-FE30-7199-9449C390BD62}"/>
                </a:ext>
              </a:extLst>
            </p:cNvPr>
            <p:cNvSpPr>
              <a:spLocks noChangeArrowheads="1"/>
            </p:cNvSpPr>
            <p:nvPr/>
          </p:nvSpPr>
          <p:spPr bwMode="auto">
            <a:xfrm>
              <a:off x="0" y="0"/>
              <a:ext cx="1260840" cy="419100"/>
            </a:xfrm>
            <a:prstGeom prst="rect">
              <a:avLst/>
            </a:prstGeom>
            <a:solidFill>
              <a:srgbClr val="269FD3"/>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36" name="矩形 6">
              <a:extLst>
                <a:ext uri="{FF2B5EF4-FFF2-40B4-BE49-F238E27FC236}">
                  <a16:creationId xmlns:a16="http://schemas.microsoft.com/office/drawing/2014/main" id="{B8AB8E03-7633-EC46-F1B4-6970790521DF}"/>
                </a:ext>
              </a:extLst>
            </p:cNvPr>
            <p:cNvSpPr>
              <a:spLocks noChangeArrowheads="1"/>
            </p:cNvSpPr>
            <p:nvPr/>
          </p:nvSpPr>
          <p:spPr bwMode="auto">
            <a:xfrm>
              <a:off x="1317989" y="0"/>
              <a:ext cx="66675" cy="419100"/>
            </a:xfrm>
            <a:prstGeom prst="rect">
              <a:avLst/>
            </a:prstGeom>
            <a:solidFill>
              <a:srgbClr val="269FD3"/>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37" name="矩形 7">
              <a:extLst>
                <a:ext uri="{FF2B5EF4-FFF2-40B4-BE49-F238E27FC236}">
                  <a16:creationId xmlns:a16="http://schemas.microsoft.com/office/drawing/2014/main" id="{D85E34EF-E872-A958-07B3-2AB3F8FBC904}"/>
                </a:ext>
              </a:extLst>
            </p:cNvPr>
            <p:cNvSpPr>
              <a:spLocks noChangeArrowheads="1"/>
            </p:cNvSpPr>
            <p:nvPr/>
          </p:nvSpPr>
          <p:spPr bwMode="auto">
            <a:xfrm>
              <a:off x="1441813" y="219075"/>
              <a:ext cx="47626" cy="200025"/>
            </a:xfrm>
            <a:prstGeom prst="rect">
              <a:avLst/>
            </a:prstGeom>
            <a:solidFill>
              <a:srgbClr val="269FD3"/>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grpSp>
      <p:grpSp>
        <p:nvGrpSpPr>
          <p:cNvPr id="10" name="组合 9">
            <a:extLst>
              <a:ext uri="{FF2B5EF4-FFF2-40B4-BE49-F238E27FC236}">
                <a16:creationId xmlns:a16="http://schemas.microsoft.com/office/drawing/2014/main" id="{9ECD1301-11B6-106F-68FF-E64489ADF8D8}"/>
              </a:ext>
            </a:extLst>
          </p:cNvPr>
          <p:cNvGrpSpPr/>
          <p:nvPr/>
        </p:nvGrpSpPr>
        <p:grpSpPr>
          <a:xfrm>
            <a:off x="725877" y="1566895"/>
            <a:ext cx="8386233" cy="4574309"/>
            <a:chOff x="1062567" y="1490695"/>
            <a:chExt cx="8386233" cy="4574309"/>
          </a:xfrm>
        </p:grpSpPr>
        <p:pic>
          <p:nvPicPr>
            <p:cNvPr id="9" name="图片 8" descr="日程表&#10;&#10;AI 生成的内容可能不正确。">
              <a:extLst>
                <a:ext uri="{FF2B5EF4-FFF2-40B4-BE49-F238E27FC236}">
                  <a16:creationId xmlns:a16="http://schemas.microsoft.com/office/drawing/2014/main" id="{A9B63B55-B49B-6ED7-CB38-639B718AC0E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62567" y="1490695"/>
              <a:ext cx="8386233" cy="4574309"/>
            </a:xfrm>
            <a:prstGeom prst="rect">
              <a:avLst/>
            </a:prstGeom>
          </p:spPr>
        </p:pic>
        <p:sp>
          <p:nvSpPr>
            <p:cNvPr id="2" name="文本框 1">
              <a:extLst>
                <a:ext uri="{FF2B5EF4-FFF2-40B4-BE49-F238E27FC236}">
                  <a16:creationId xmlns:a16="http://schemas.microsoft.com/office/drawing/2014/main" id="{6EC9757A-79BA-71EF-3A84-0D1EC8A144AC}"/>
                </a:ext>
              </a:extLst>
            </p:cNvPr>
            <p:cNvSpPr txBox="1"/>
            <p:nvPr/>
          </p:nvSpPr>
          <p:spPr>
            <a:xfrm>
              <a:off x="5240867" y="3526367"/>
              <a:ext cx="1295400" cy="804333"/>
            </a:xfrm>
            <a:prstGeom prst="rect">
              <a:avLst/>
            </a:prstGeom>
            <a:noFill/>
            <a:ln>
              <a:solidFill>
                <a:srgbClr val="C00000"/>
              </a:solidFill>
            </a:ln>
          </p:spPr>
          <p:style>
            <a:lnRef idx="2">
              <a:schemeClr val="accent1"/>
            </a:lnRef>
            <a:fillRef idx="1">
              <a:schemeClr val="lt1"/>
            </a:fillRef>
            <a:effectRef idx="0">
              <a:schemeClr val="accent1"/>
            </a:effectRef>
            <a:fontRef idx="minor">
              <a:schemeClr val="dk1"/>
            </a:fontRef>
          </p:style>
          <p:txBody>
            <a:bodyPr wrap="square">
              <a:noAutofit/>
            </a:bodyPr>
            <a:lstStyle/>
            <a:p>
              <a:pPr>
                <a:lnSpc>
                  <a:spcPct val="150000"/>
                </a:lnSpc>
              </a:pPr>
              <a:endParaRPr lang="zh-CN" altLang="en-US" sz="1200" dirty="0">
                <a:solidFill>
                  <a:srgbClr val="575D6C"/>
                </a:solidFill>
                <a:latin typeface="微软雅黑" panose="020B0503020204020204" pitchFamily="34" charset="-122"/>
                <a:ea typeface="微软雅黑" panose="020B0503020204020204" pitchFamily="34" charset="-122"/>
              </a:endParaRPr>
            </a:p>
          </p:txBody>
        </p:sp>
      </p:grpSp>
      <p:sp>
        <p:nvSpPr>
          <p:cNvPr id="12" name="文本框 11">
            <a:extLst>
              <a:ext uri="{FF2B5EF4-FFF2-40B4-BE49-F238E27FC236}">
                <a16:creationId xmlns:a16="http://schemas.microsoft.com/office/drawing/2014/main" id="{F9331DC8-08C8-7FAD-091B-B28CA8B16C9E}"/>
              </a:ext>
            </a:extLst>
          </p:cNvPr>
          <p:cNvSpPr txBox="1"/>
          <p:nvPr/>
        </p:nvSpPr>
        <p:spPr>
          <a:xfrm>
            <a:off x="9217116" y="1914715"/>
            <a:ext cx="2531318" cy="3416320"/>
          </a:xfrm>
          <a:prstGeom prst="rect">
            <a:avLst/>
          </a:prstGeom>
          <a:noFill/>
        </p:spPr>
        <p:txBody>
          <a:bodyPr wrap="square">
            <a:spAutoFit/>
          </a:bodyPr>
          <a:lstStyle/>
          <a:p>
            <a:pPr algn="just"/>
            <a:r>
              <a:rPr lang="zh-CN" altLang="en-US" dirty="0"/>
              <a:t>点式传感数据</a:t>
            </a:r>
            <a:endParaRPr lang="en-US" altLang="zh-CN" dirty="0"/>
          </a:p>
          <a:p>
            <a:pPr algn="just"/>
            <a:r>
              <a:rPr lang="zh-CN" altLang="en-US" dirty="0"/>
              <a:t>拟合剖面</a:t>
            </a:r>
            <a:endParaRPr lang="en-US" altLang="zh-CN" dirty="0"/>
          </a:p>
          <a:p>
            <a:pPr algn="just"/>
            <a:r>
              <a:rPr lang="zh-CN" altLang="en-US" dirty="0"/>
              <a:t>形成物理参数</a:t>
            </a:r>
            <a:endParaRPr lang="en-US" altLang="zh-CN" dirty="0"/>
          </a:p>
          <a:p>
            <a:pPr algn="just"/>
            <a:r>
              <a:rPr lang="zh-CN" altLang="en-US" dirty="0"/>
              <a:t>与光纤数据融合</a:t>
            </a:r>
            <a:endParaRPr lang="en-US" altLang="zh-CN" dirty="0"/>
          </a:p>
          <a:p>
            <a:pPr algn="just"/>
            <a:r>
              <a:rPr lang="zh-CN" altLang="en-US" dirty="0"/>
              <a:t>进行模型识别工作的</a:t>
            </a:r>
            <a:endParaRPr lang="en-US" altLang="zh-CN" dirty="0"/>
          </a:p>
          <a:p>
            <a:pPr algn="just"/>
            <a:r>
              <a:rPr lang="zh-CN" altLang="en-US" dirty="0"/>
              <a:t>数据基础</a:t>
            </a:r>
            <a:endParaRPr lang="en-US" altLang="zh-CN" dirty="0"/>
          </a:p>
          <a:p>
            <a:pPr algn="just"/>
            <a:endParaRPr lang="en-US" altLang="zh-CN" dirty="0"/>
          </a:p>
          <a:p>
            <a:pPr algn="just"/>
            <a:endParaRPr lang="en-US" altLang="zh-CN" dirty="0"/>
          </a:p>
          <a:p>
            <a:pPr algn="just"/>
            <a:r>
              <a:rPr lang="zh-CN" altLang="en-US" dirty="0">
                <a:solidFill>
                  <a:srgbClr val="FF0000"/>
                </a:solidFill>
              </a:rPr>
              <a:t>高精度剖面拟合以及物理参数输出工作已在最新的研究文章中得到验证</a:t>
            </a:r>
            <a:endParaRPr lang="en-US" altLang="zh-CN" dirty="0">
              <a:solidFill>
                <a:srgbClr val="FF0000"/>
              </a:solidFill>
            </a:endParaRPr>
          </a:p>
        </p:txBody>
      </p:sp>
    </p:spTree>
    <p:extLst>
      <p:ext uri="{BB962C8B-B14F-4D97-AF65-F5344CB8AC3E}">
        <p14:creationId xmlns:p14="http://schemas.microsoft.com/office/powerpoint/2010/main" val="16821996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AD2764-C6F5-5103-C7B4-55C2A2BEDC5A}"/>
            </a:ext>
          </a:extLst>
        </p:cNvPr>
        <p:cNvGrpSpPr/>
        <p:nvPr/>
      </p:nvGrpSpPr>
      <p:grpSpPr>
        <a:xfrm>
          <a:off x="0" y="0"/>
          <a:ext cx="0" cy="0"/>
          <a:chOff x="0" y="0"/>
          <a:chExt cx="0" cy="0"/>
        </a:xfrm>
      </p:grpSpPr>
      <p:sp>
        <p:nvSpPr>
          <p:cNvPr id="24" name="矩形 23">
            <a:extLst>
              <a:ext uri="{FF2B5EF4-FFF2-40B4-BE49-F238E27FC236}">
                <a16:creationId xmlns:a16="http://schemas.microsoft.com/office/drawing/2014/main" id="{5549F287-4007-983C-AE3F-F2172B6CAAB0}"/>
              </a:ext>
            </a:extLst>
          </p:cNvPr>
          <p:cNvSpPr/>
          <p:nvPr/>
        </p:nvSpPr>
        <p:spPr>
          <a:xfrm>
            <a:off x="453293" y="1748197"/>
            <a:ext cx="7898728" cy="4060276"/>
          </a:xfrm>
          <a:prstGeom prst="rect">
            <a:avLst/>
          </a:prstGeom>
          <a:solidFill>
            <a:schemeClr val="bg1">
              <a:alpha val="50000"/>
            </a:schemeClr>
          </a:solidFill>
          <a:ln>
            <a:noFill/>
          </a:ln>
          <a:effectLst>
            <a:outerShdw blurRad="596900" sx="102000" sy="102000" algn="ctr" rotWithShape="0">
              <a:prstClr val="black">
                <a:alpha val="6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endParaRPr lang="zh-CN" altLang="en-US" dirty="0">
              <a:solidFill>
                <a:schemeClr val="tx1"/>
              </a:solidFill>
            </a:endParaRPr>
          </a:p>
        </p:txBody>
      </p:sp>
      <p:grpSp>
        <p:nvGrpSpPr>
          <p:cNvPr id="21" name="组合 20">
            <a:extLst>
              <a:ext uri="{FF2B5EF4-FFF2-40B4-BE49-F238E27FC236}">
                <a16:creationId xmlns:a16="http://schemas.microsoft.com/office/drawing/2014/main" id="{CE2B5D7C-02EF-7CB8-20DC-5B3B40989DC9}"/>
              </a:ext>
            </a:extLst>
          </p:cNvPr>
          <p:cNvGrpSpPr/>
          <p:nvPr/>
        </p:nvGrpSpPr>
        <p:grpSpPr>
          <a:xfrm>
            <a:off x="839788" y="553867"/>
            <a:ext cx="109520" cy="109520"/>
            <a:chOff x="839788" y="553867"/>
            <a:chExt cx="109520" cy="109520"/>
          </a:xfrm>
        </p:grpSpPr>
        <p:sp>
          <p:nvSpPr>
            <p:cNvPr id="22" name="椭圆 21">
              <a:extLst>
                <a:ext uri="{FF2B5EF4-FFF2-40B4-BE49-F238E27FC236}">
                  <a16:creationId xmlns:a16="http://schemas.microsoft.com/office/drawing/2014/main" id="{8308C490-0049-2094-D949-DB6D908CF753}"/>
                </a:ext>
              </a:extLst>
            </p:cNvPr>
            <p:cNvSpPr/>
            <p:nvPr/>
          </p:nvSpPr>
          <p:spPr>
            <a:xfrm>
              <a:off x="839788" y="553867"/>
              <a:ext cx="109520" cy="109520"/>
            </a:xfrm>
            <a:prstGeom prst="ellipse">
              <a:avLst/>
            </a:prstGeom>
            <a:gradFill>
              <a:gsLst>
                <a:gs pos="0">
                  <a:srgbClr val="00B0F0"/>
                </a:gs>
                <a:gs pos="100000">
                  <a:srgbClr val="0070C0"/>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cs typeface="+mn-ea"/>
                <a:sym typeface="+mn-lt"/>
              </a:endParaRPr>
            </a:p>
          </p:txBody>
        </p:sp>
        <p:sp>
          <p:nvSpPr>
            <p:cNvPr id="23" name="椭圆 22">
              <a:extLst>
                <a:ext uri="{FF2B5EF4-FFF2-40B4-BE49-F238E27FC236}">
                  <a16:creationId xmlns:a16="http://schemas.microsoft.com/office/drawing/2014/main" id="{D1FC1F00-BC02-7137-383B-0E877204510F}"/>
                </a:ext>
              </a:extLst>
            </p:cNvPr>
            <p:cNvSpPr/>
            <p:nvPr/>
          </p:nvSpPr>
          <p:spPr>
            <a:xfrm>
              <a:off x="858090" y="572169"/>
              <a:ext cx="72916" cy="729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cs typeface="+mn-ea"/>
                <a:sym typeface="+mn-lt"/>
              </a:endParaRPr>
            </a:p>
          </p:txBody>
        </p:sp>
      </p:grpSp>
      <p:grpSp>
        <p:nvGrpSpPr>
          <p:cNvPr id="34" name="组合 4">
            <a:extLst>
              <a:ext uri="{FF2B5EF4-FFF2-40B4-BE49-F238E27FC236}">
                <a16:creationId xmlns:a16="http://schemas.microsoft.com/office/drawing/2014/main" id="{147FE858-CD7B-5A7F-57A9-26681F58B988}"/>
              </a:ext>
            </a:extLst>
          </p:cNvPr>
          <p:cNvGrpSpPr/>
          <p:nvPr/>
        </p:nvGrpSpPr>
        <p:grpSpPr bwMode="auto">
          <a:xfrm>
            <a:off x="0" y="333375"/>
            <a:ext cx="1489075" cy="419100"/>
            <a:chOff x="0" y="0"/>
            <a:chExt cx="1489439" cy="419100"/>
          </a:xfrm>
        </p:grpSpPr>
        <p:sp>
          <p:nvSpPr>
            <p:cNvPr id="35" name="矩形 5">
              <a:extLst>
                <a:ext uri="{FF2B5EF4-FFF2-40B4-BE49-F238E27FC236}">
                  <a16:creationId xmlns:a16="http://schemas.microsoft.com/office/drawing/2014/main" id="{D86FA355-A94D-00FD-4983-B074D81867A9}"/>
                </a:ext>
              </a:extLst>
            </p:cNvPr>
            <p:cNvSpPr>
              <a:spLocks noChangeArrowheads="1"/>
            </p:cNvSpPr>
            <p:nvPr/>
          </p:nvSpPr>
          <p:spPr bwMode="auto">
            <a:xfrm>
              <a:off x="0" y="0"/>
              <a:ext cx="1260840" cy="419100"/>
            </a:xfrm>
            <a:prstGeom prst="rect">
              <a:avLst/>
            </a:prstGeom>
            <a:solidFill>
              <a:srgbClr val="269FD3"/>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36" name="矩形 6">
              <a:extLst>
                <a:ext uri="{FF2B5EF4-FFF2-40B4-BE49-F238E27FC236}">
                  <a16:creationId xmlns:a16="http://schemas.microsoft.com/office/drawing/2014/main" id="{50CB20B3-D6C2-6C23-20FF-894286EB9633}"/>
                </a:ext>
              </a:extLst>
            </p:cNvPr>
            <p:cNvSpPr>
              <a:spLocks noChangeArrowheads="1"/>
            </p:cNvSpPr>
            <p:nvPr/>
          </p:nvSpPr>
          <p:spPr bwMode="auto">
            <a:xfrm>
              <a:off x="1317989" y="0"/>
              <a:ext cx="66675" cy="419100"/>
            </a:xfrm>
            <a:prstGeom prst="rect">
              <a:avLst/>
            </a:prstGeom>
            <a:solidFill>
              <a:srgbClr val="269FD3"/>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37" name="矩形 7">
              <a:extLst>
                <a:ext uri="{FF2B5EF4-FFF2-40B4-BE49-F238E27FC236}">
                  <a16:creationId xmlns:a16="http://schemas.microsoft.com/office/drawing/2014/main" id="{3E6B40E3-C7B2-73A2-F629-7F23F4B8535B}"/>
                </a:ext>
              </a:extLst>
            </p:cNvPr>
            <p:cNvSpPr>
              <a:spLocks noChangeArrowheads="1"/>
            </p:cNvSpPr>
            <p:nvPr/>
          </p:nvSpPr>
          <p:spPr bwMode="auto">
            <a:xfrm>
              <a:off x="1441813" y="219075"/>
              <a:ext cx="47626" cy="200025"/>
            </a:xfrm>
            <a:prstGeom prst="rect">
              <a:avLst/>
            </a:prstGeom>
            <a:solidFill>
              <a:srgbClr val="269FD3"/>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grpSp>
      <p:sp>
        <p:nvSpPr>
          <p:cNvPr id="12" name="文本框 11">
            <a:extLst>
              <a:ext uri="{FF2B5EF4-FFF2-40B4-BE49-F238E27FC236}">
                <a16:creationId xmlns:a16="http://schemas.microsoft.com/office/drawing/2014/main" id="{510C6E67-FB58-1884-575B-DF7CAB46F546}"/>
              </a:ext>
            </a:extLst>
          </p:cNvPr>
          <p:cNvSpPr txBox="1"/>
          <p:nvPr/>
        </p:nvSpPr>
        <p:spPr>
          <a:xfrm>
            <a:off x="9410063" y="1247791"/>
            <a:ext cx="2531318" cy="3139321"/>
          </a:xfrm>
          <a:prstGeom prst="rect">
            <a:avLst/>
          </a:prstGeom>
          <a:noFill/>
        </p:spPr>
        <p:txBody>
          <a:bodyPr wrap="square">
            <a:spAutoFit/>
          </a:bodyPr>
          <a:lstStyle/>
          <a:p>
            <a:pPr algn="just"/>
            <a:r>
              <a:rPr lang="zh-CN" altLang="en-US" dirty="0"/>
              <a:t>美国俄勒冈州纽波特（</a:t>
            </a:r>
            <a:r>
              <a:rPr lang="en-US" altLang="zh-CN" dirty="0"/>
              <a:t>Newport, OR</a:t>
            </a:r>
            <a:r>
              <a:rPr lang="zh-CN" altLang="en-US" dirty="0"/>
              <a:t>）外海，从近岸浅水区延伸至深海盆地的海底观测网络</a:t>
            </a:r>
            <a:endParaRPr lang="en-US" altLang="zh-CN" dirty="0"/>
          </a:p>
          <a:p>
            <a:pPr algn="just"/>
            <a:endParaRPr lang="en-US" altLang="zh-CN" dirty="0"/>
          </a:p>
          <a:p>
            <a:pPr algn="just"/>
            <a:endParaRPr lang="en-US" altLang="zh-CN" dirty="0"/>
          </a:p>
          <a:p>
            <a:pPr algn="just"/>
            <a:endParaRPr lang="en-US" altLang="zh-CN" dirty="0"/>
          </a:p>
          <a:p>
            <a:pPr algn="just"/>
            <a:r>
              <a:rPr lang="zh-CN" altLang="en-US" dirty="0"/>
              <a:t>既有光纤（作为传输和传感基础设施），也有</a:t>
            </a:r>
            <a:r>
              <a:rPr lang="en-US" altLang="zh-CN" dirty="0"/>
              <a:t>CTD</a:t>
            </a:r>
            <a:r>
              <a:rPr lang="zh-CN" altLang="en-US" dirty="0"/>
              <a:t>（作为核心观测仪器）。</a:t>
            </a:r>
            <a:endParaRPr lang="en-US" altLang="zh-CN" dirty="0"/>
          </a:p>
        </p:txBody>
      </p:sp>
      <p:pic>
        <p:nvPicPr>
          <p:cNvPr id="1026" name="Picture 2">
            <a:extLst>
              <a:ext uri="{FF2B5EF4-FFF2-40B4-BE49-F238E27FC236}">
                <a16:creationId xmlns:a16="http://schemas.microsoft.com/office/drawing/2014/main" id="{9529255A-9788-75D8-77B4-DAE1DF396D8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9665" y="1046692"/>
            <a:ext cx="9057451" cy="5094816"/>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2">
            <a:extLst>
              <a:ext uri="{FF2B5EF4-FFF2-40B4-BE49-F238E27FC236}">
                <a16:creationId xmlns:a16="http://schemas.microsoft.com/office/drawing/2014/main" id="{AD258D02-9B47-BB73-F1E0-9CDDB556756D}"/>
              </a:ext>
            </a:extLst>
          </p:cNvPr>
          <p:cNvSpPr txBox="1"/>
          <p:nvPr/>
        </p:nvSpPr>
        <p:spPr>
          <a:xfrm>
            <a:off x="1549054" y="310251"/>
            <a:ext cx="3570208" cy="497316"/>
          </a:xfrm>
          <a:prstGeom prst="rect">
            <a:avLst/>
          </a:prstGeom>
          <a:noFill/>
        </p:spPr>
        <p:txBody>
          <a:bodyPr wrap="none" rtlCol="0">
            <a:spAutoFit/>
          </a:bodyPr>
          <a:lstStyle>
            <a:defPPr>
              <a:defRPr lang="zh-CN"/>
            </a:defPPr>
            <a:lvl1pPr>
              <a:lnSpc>
                <a:spcPct val="120000"/>
              </a:lnSpc>
              <a:defRPr sz="2400" b="1">
                <a:gradFill>
                  <a:gsLst>
                    <a:gs pos="0">
                      <a:srgbClr val="00B0F0"/>
                    </a:gs>
                    <a:gs pos="100000">
                      <a:srgbClr val="0070C0"/>
                    </a:gs>
                  </a:gsLst>
                  <a:lin ang="5400000" scaled="1"/>
                </a:gradFill>
                <a:latin typeface="思源黑体 CN Medium" panose="020B0600000000000000" pitchFamily="34" charset="-122"/>
                <a:ea typeface="思源黑体 CN Medium" panose="020B0600000000000000" pitchFamily="34" charset="-122"/>
              </a:defRPr>
            </a:lvl1pPr>
          </a:lstStyle>
          <a:p>
            <a:r>
              <a:rPr lang="zh-CN" altLang="en-US" dirty="0">
                <a:latin typeface="+mn-lt"/>
                <a:ea typeface="+mn-ea"/>
                <a:cs typeface="+mn-ea"/>
              </a:rPr>
              <a:t>目前锁定合适的实验区域</a:t>
            </a:r>
          </a:p>
        </p:txBody>
      </p:sp>
    </p:spTree>
    <p:extLst>
      <p:ext uri="{BB962C8B-B14F-4D97-AF65-F5344CB8AC3E}">
        <p14:creationId xmlns:p14="http://schemas.microsoft.com/office/powerpoint/2010/main" val="3468311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8DB26D-40CD-8328-8BD1-36D918BF0BB8}"/>
            </a:ext>
          </a:extLst>
        </p:cNvPr>
        <p:cNvGrpSpPr/>
        <p:nvPr/>
      </p:nvGrpSpPr>
      <p:grpSpPr>
        <a:xfrm>
          <a:off x="0" y="0"/>
          <a:ext cx="0" cy="0"/>
          <a:chOff x="0" y="0"/>
          <a:chExt cx="0" cy="0"/>
        </a:xfrm>
      </p:grpSpPr>
      <p:sp>
        <p:nvSpPr>
          <p:cNvPr id="24" name="矩形 23">
            <a:extLst>
              <a:ext uri="{FF2B5EF4-FFF2-40B4-BE49-F238E27FC236}">
                <a16:creationId xmlns:a16="http://schemas.microsoft.com/office/drawing/2014/main" id="{1710849E-1240-2F51-4965-E6EAB3ECEA92}"/>
              </a:ext>
            </a:extLst>
          </p:cNvPr>
          <p:cNvSpPr/>
          <p:nvPr/>
        </p:nvSpPr>
        <p:spPr>
          <a:xfrm>
            <a:off x="568620" y="972967"/>
            <a:ext cx="11284820" cy="5677501"/>
          </a:xfrm>
          <a:prstGeom prst="rect">
            <a:avLst/>
          </a:prstGeom>
          <a:solidFill>
            <a:schemeClr val="bg1">
              <a:alpha val="50000"/>
            </a:schemeClr>
          </a:solidFill>
          <a:ln>
            <a:noFill/>
          </a:ln>
          <a:effectLst>
            <a:outerShdw blurRad="596900" sx="102000" sy="102000" algn="ctr" rotWithShape="0">
              <a:prstClr val="black">
                <a:alpha val="6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endParaRPr lang="zh-CN" altLang="en-US" dirty="0">
              <a:solidFill>
                <a:schemeClr val="tx1"/>
              </a:solidFill>
            </a:endParaRPr>
          </a:p>
        </p:txBody>
      </p:sp>
      <p:sp>
        <p:nvSpPr>
          <p:cNvPr id="19" name="文本框 18">
            <a:extLst>
              <a:ext uri="{FF2B5EF4-FFF2-40B4-BE49-F238E27FC236}">
                <a16:creationId xmlns:a16="http://schemas.microsoft.com/office/drawing/2014/main" id="{41A2F417-2DEB-B6F1-EABE-90ED1801606A}"/>
              </a:ext>
            </a:extLst>
          </p:cNvPr>
          <p:cNvSpPr txBox="1"/>
          <p:nvPr/>
        </p:nvSpPr>
        <p:spPr>
          <a:xfrm>
            <a:off x="1549054" y="310251"/>
            <a:ext cx="3570208" cy="497316"/>
          </a:xfrm>
          <a:prstGeom prst="rect">
            <a:avLst/>
          </a:prstGeom>
          <a:noFill/>
        </p:spPr>
        <p:txBody>
          <a:bodyPr wrap="none" rtlCol="0">
            <a:spAutoFit/>
          </a:bodyPr>
          <a:lstStyle>
            <a:defPPr>
              <a:defRPr lang="zh-CN"/>
            </a:defPPr>
            <a:lvl1pPr>
              <a:lnSpc>
                <a:spcPct val="120000"/>
              </a:lnSpc>
              <a:defRPr sz="2400" b="1">
                <a:gradFill>
                  <a:gsLst>
                    <a:gs pos="0">
                      <a:srgbClr val="00B0F0"/>
                    </a:gs>
                    <a:gs pos="100000">
                      <a:srgbClr val="0070C0"/>
                    </a:gs>
                  </a:gsLst>
                  <a:lin ang="5400000" scaled="1"/>
                </a:gradFill>
                <a:latin typeface="思源黑体 CN Medium" panose="020B0600000000000000" pitchFamily="34" charset="-122"/>
                <a:ea typeface="思源黑体 CN Medium" panose="020B0600000000000000" pitchFamily="34" charset="-122"/>
              </a:defRPr>
            </a:lvl1pPr>
          </a:lstStyle>
          <a:p>
            <a:r>
              <a:rPr lang="zh-CN" altLang="en-US" dirty="0">
                <a:latin typeface="+mn-lt"/>
                <a:ea typeface="+mn-ea"/>
                <a:cs typeface="+mn-ea"/>
              </a:rPr>
              <a:t>目前锁定合适的实验区域</a:t>
            </a:r>
          </a:p>
        </p:txBody>
      </p:sp>
      <p:grpSp>
        <p:nvGrpSpPr>
          <p:cNvPr id="21" name="组合 20">
            <a:extLst>
              <a:ext uri="{FF2B5EF4-FFF2-40B4-BE49-F238E27FC236}">
                <a16:creationId xmlns:a16="http://schemas.microsoft.com/office/drawing/2014/main" id="{47F7E345-64D2-65E8-94CD-DB89DA6A060A}"/>
              </a:ext>
            </a:extLst>
          </p:cNvPr>
          <p:cNvGrpSpPr/>
          <p:nvPr/>
        </p:nvGrpSpPr>
        <p:grpSpPr>
          <a:xfrm>
            <a:off x="839788" y="553867"/>
            <a:ext cx="109520" cy="109520"/>
            <a:chOff x="839788" y="553867"/>
            <a:chExt cx="109520" cy="109520"/>
          </a:xfrm>
        </p:grpSpPr>
        <p:sp>
          <p:nvSpPr>
            <p:cNvPr id="22" name="椭圆 21">
              <a:extLst>
                <a:ext uri="{FF2B5EF4-FFF2-40B4-BE49-F238E27FC236}">
                  <a16:creationId xmlns:a16="http://schemas.microsoft.com/office/drawing/2014/main" id="{8E693E02-E597-D9F1-25A6-4CED3BA79B8E}"/>
                </a:ext>
              </a:extLst>
            </p:cNvPr>
            <p:cNvSpPr/>
            <p:nvPr/>
          </p:nvSpPr>
          <p:spPr>
            <a:xfrm>
              <a:off x="839788" y="553867"/>
              <a:ext cx="109520" cy="109520"/>
            </a:xfrm>
            <a:prstGeom prst="ellipse">
              <a:avLst/>
            </a:prstGeom>
            <a:gradFill>
              <a:gsLst>
                <a:gs pos="0">
                  <a:srgbClr val="00B0F0"/>
                </a:gs>
                <a:gs pos="100000">
                  <a:srgbClr val="0070C0"/>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cs typeface="+mn-ea"/>
                <a:sym typeface="+mn-lt"/>
              </a:endParaRPr>
            </a:p>
          </p:txBody>
        </p:sp>
        <p:sp>
          <p:nvSpPr>
            <p:cNvPr id="23" name="椭圆 22">
              <a:extLst>
                <a:ext uri="{FF2B5EF4-FFF2-40B4-BE49-F238E27FC236}">
                  <a16:creationId xmlns:a16="http://schemas.microsoft.com/office/drawing/2014/main" id="{446155B6-44D3-04B6-7E5F-460B9C0303B9}"/>
                </a:ext>
              </a:extLst>
            </p:cNvPr>
            <p:cNvSpPr/>
            <p:nvPr/>
          </p:nvSpPr>
          <p:spPr>
            <a:xfrm>
              <a:off x="858090" y="572169"/>
              <a:ext cx="72916" cy="729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cs typeface="+mn-ea"/>
                <a:sym typeface="+mn-lt"/>
              </a:endParaRPr>
            </a:p>
          </p:txBody>
        </p:sp>
      </p:grpSp>
      <p:grpSp>
        <p:nvGrpSpPr>
          <p:cNvPr id="34" name="组合 4">
            <a:extLst>
              <a:ext uri="{FF2B5EF4-FFF2-40B4-BE49-F238E27FC236}">
                <a16:creationId xmlns:a16="http://schemas.microsoft.com/office/drawing/2014/main" id="{C504E9A1-9D7D-FBBD-0FCD-6E1DF4CA06AB}"/>
              </a:ext>
            </a:extLst>
          </p:cNvPr>
          <p:cNvGrpSpPr/>
          <p:nvPr/>
        </p:nvGrpSpPr>
        <p:grpSpPr bwMode="auto">
          <a:xfrm>
            <a:off x="0" y="333375"/>
            <a:ext cx="1489075" cy="419100"/>
            <a:chOff x="0" y="0"/>
            <a:chExt cx="1489439" cy="419100"/>
          </a:xfrm>
        </p:grpSpPr>
        <p:sp>
          <p:nvSpPr>
            <p:cNvPr id="35" name="矩形 5">
              <a:extLst>
                <a:ext uri="{FF2B5EF4-FFF2-40B4-BE49-F238E27FC236}">
                  <a16:creationId xmlns:a16="http://schemas.microsoft.com/office/drawing/2014/main" id="{5CBD1773-2B05-4D2A-9BBC-91C0724E92F8}"/>
                </a:ext>
              </a:extLst>
            </p:cNvPr>
            <p:cNvSpPr>
              <a:spLocks noChangeArrowheads="1"/>
            </p:cNvSpPr>
            <p:nvPr/>
          </p:nvSpPr>
          <p:spPr bwMode="auto">
            <a:xfrm>
              <a:off x="0" y="0"/>
              <a:ext cx="1260840" cy="419100"/>
            </a:xfrm>
            <a:prstGeom prst="rect">
              <a:avLst/>
            </a:prstGeom>
            <a:solidFill>
              <a:srgbClr val="269FD3"/>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36" name="矩形 6">
              <a:extLst>
                <a:ext uri="{FF2B5EF4-FFF2-40B4-BE49-F238E27FC236}">
                  <a16:creationId xmlns:a16="http://schemas.microsoft.com/office/drawing/2014/main" id="{2F97EB9F-37E6-6144-F0B6-CC4EC1216B6C}"/>
                </a:ext>
              </a:extLst>
            </p:cNvPr>
            <p:cNvSpPr>
              <a:spLocks noChangeArrowheads="1"/>
            </p:cNvSpPr>
            <p:nvPr/>
          </p:nvSpPr>
          <p:spPr bwMode="auto">
            <a:xfrm>
              <a:off x="1317989" y="0"/>
              <a:ext cx="66675" cy="419100"/>
            </a:xfrm>
            <a:prstGeom prst="rect">
              <a:avLst/>
            </a:prstGeom>
            <a:solidFill>
              <a:srgbClr val="269FD3"/>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37" name="矩形 7">
              <a:extLst>
                <a:ext uri="{FF2B5EF4-FFF2-40B4-BE49-F238E27FC236}">
                  <a16:creationId xmlns:a16="http://schemas.microsoft.com/office/drawing/2014/main" id="{887F296B-B87D-EE8B-C4A2-2AADFBB65C6A}"/>
                </a:ext>
              </a:extLst>
            </p:cNvPr>
            <p:cNvSpPr>
              <a:spLocks noChangeArrowheads="1"/>
            </p:cNvSpPr>
            <p:nvPr/>
          </p:nvSpPr>
          <p:spPr bwMode="auto">
            <a:xfrm>
              <a:off x="1441813" y="219075"/>
              <a:ext cx="47626" cy="200025"/>
            </a:xfrm>
            <a:prstGeom prst="rect">
              <a:avLst/>
            </a:prstGeom>
            <a:solidFill>
              <a:srgbClr val="269FD3"/>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grpSp>
      <p:sp>
        <p:nvSpPr>
          <p:cNvPr id="12" name="文本框 11">
            <a:extLst>
              <a:ext uri="{FF2B5EF4-FFF2-40B4-BE49-F238E27FC236}">
                <a16:creationId xmlns:a16="http://schemas.microsoft.com/office/drawing/2014/main" id="{04C4FB9C-231B-2762-139D-80EBA900F6FC}"/>
              </a:ext>
            </a:extLst>
          </p:cNvPr>
          <p:cNvSpPr txBox="1"/>
          <p:nvPr/>
        </p:nvSpPr>
        <p:spPr>
          <a:xfrm>
            <a:off x="6785049" y="1672004"/>
            <a:ext cx="4499985" cy="2031325"/>
          </a:xfrm>
          <a:prstGeom prst="rect">
            <a:avLst/>
          </a:prstGeom>
          <a:noFill/>
        </p:spPr>
        <p:txBody>
          <a:bodyPr wrap="square">
            <a:spAutoFit/>
          </a:bodyPr>
          <a:lstStyle/>
          <a:p>
            <a:pPr algn="just"/>
            <a:r>
              <a:rPr lang="zh-CN" altLang="en-US" dirty="0"/>
              <a:t>美国 </a:t>
            </a:r>
            <a:r>
              <a:rPr lang="en-US" altLang="zh-CN" b="1" dirty="0"/>
              <a:t>OOI (Ocean Observatories Initiative) Regional Cabled Array (RCA)</a:t>
            </a:r>
            <a:r>
              <a:rPr lang="en-US" altLang="zh-CN" dirty="0"/>
              <a:t> </a:t>
            </a:r>
            <a:r>
              <a:rPr lang="zh-CN" altLang="en-US" dirty="0"/>
              <a:t>项目中。华盛顿大学（</a:t>
            </a:r>
            <a:r>
              <a:rPr lang="en-US" altLang="zh-CN" dirty="0"/>
              <a:t>University of Washington</a:t>
            </a:r>
            <a:r>
              <a:rPr lang="zh-CN" altLang="en-US" dirty="0"/>
              <a:t>）的团队在俄勒冈海岸（</a:t>
            </a:r>
            <a:r>
              <a:rPr lang="en-US" altLang="zh-CN" dirty="0"/>
              <a:t>Oregon</a:t>
            </a:r>
            <a:r>
              <a:rPr lang="zh-CN" altLang="en-US" dirty="0"/>
              <a:t>）铺设的海底光缆上进行了专门的</a:t>
            </a:r>
            <a:r>
              <a:rPr lang="en-US" altLang="zh-CN" dirty="0"/>
              <a:t>DAS</a:t>
            </a:r>
            <a:r>
              <a:rPr lang="zh-CN" altLang="en-US" dirty="0"/>
              <a:t>实验，而该海域本身就布满了</a:t>
            </a:r>
            <a:r>
              <a:rPr lang="en-US" altLang="zh-CN" dirty="0"/>
              <a:t>OOI</a:t>
            </a:r>
            <a:r>
              <a:rPr lang="zh-CN" altLang="en-US" dirty="0"/>
              <a:t>的常驻</a:t>
            </a:r>
            <a:r>
              <a:rPr lang="en-US" altLang="zh-CN" dirty="0"/>
              <a:t>CTD</a:t>
            </a:r>
            <a:r>
              <a:rPr lang="zh-CN" altLang="en-US" dirty="0"/>
              <a:t>传感器。</a:t>
            </a:r>
            <a:endParaRPr lang="en-US" altLang="zh-CN" dirty="0"/>
          </a:p>
        </p:txBody>
      </p:sp>
      <p:pic>
        <p:nvPicPr>
          <p:cNvPr id="4" name="图片 3">
            <a:extLst>
              <a:ext uri="{FF2B5EF4-FFF2-40B4-BE49-F238E27FC236}">
                <a16:creationId xmlns:a16="http://schemas.microsoft.com/office/drawing/2014/main" id="{12DE0335-7976-0C24-E9F8-97DB8B4B91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6036" y="1243753"/>
            <a:ext cx="5704335" cy="2833733"/>
          </a:xfrm>
          <a:prstGeom prst="rect">
            <a:avLst/>
          </a:prstGeom>
        </p:spPr>
      </p:pic>
      <p:pic>
        <p:nvPicPr>
          <p:cNvPr id="6" name="图片 5">
            <a:extLst>
              <a:ext uri="{FF2B5EF4-FFF2-40B4-BE49-F238E27FC236}">
                <a16:creationId xmlns:a16="http://schemas.microsoft.com/office/drawing/2014/main" id="{FD065EA4-E1C2-7E60-0AFF-3CA7A88D5D7A}"/>
              </a:ext>
            </a:extLst>
          </p:cNvPr>
          <p:cNvPicPr>
            <a:picLocks noChangeAspect="1"/>
          </p:cNvPicPr>
          <p:nvPr/>
        </p:nvPicPr>
        <p:blipFill>
          <a:blip r:embed="rId4"/>
          <a:stretch>
            <a:fillRect/>
          </a:stretch>
        </p:blipFill>
        <p:spPr>
          <a:xfrm>
            <a:off x="869796" y="4316618"/>
            <a:ext cx="8909824" cy="2092750"/>
          </a:xfrm>
          <a:prstGeom prst="rect">
            <a:avLst/>
          </a:prstGeom>
        </p:spPr>
      </p:pic>
    </p:spTree>
    <p:extLst>
      <p:ext uri="{BB962C8B-B14F-4D97-AF65-F5344CB8AC3E}">
        <p14:creationId xmlns:p14="http://schemas.microsoft.com/office/powerpoint/2010/main" val="25772196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75F861-D23F-D229-3A03-35DF0634BDF0}"/>
            </a:ext>
          </a:extLst>
        </p:cNvPr>
        <p:cNvGrpSpPr/>
        <p:nvPr/>
      </p:nvGrpSpPr>
      <p:grpSpPr>
        <a:xfrm>
          <a:off x="0" y="0"/>
          <a:ext cx="0" cy="0"/>
          <a:chOff x="0" y="0"/>
          <a:chExt cx="0" cy="0"/>
        </a:xfrm>
      </p:grpSpPr>
      <p:sp>
        <p:nvSpPr>
          <p:cNvPr id="4" name="椭圆 3">
            <a:extLst>
              <a:ext uri="{FF2B5EF4-FFF2-40B4-BE49-F238E27FC236}">
                <a16:creationId xmlns:a16="http://schemas.microsoft.com/office/drawing/2014/main" id="{7107A6F1-CB39-A7ED-A8CC-FC1D255A5FFB}"/>
              </a:ext>
            </a:extLst>
          </p:cNvPr>
          <p:cNvSpPr/>
          <p:nvPr/>
        </p:nvSpPr>
        <p:spPr>
          <a:xfrm>
            <a:off x="-12015816" y="-11077140"/>
            <a:ext cx="29140034" cy="29140026"/>
          </a:xfrm>
          <a:prstGeom prst="ellipse">
            <a:avLst/>
          </a:prstGeom>
          <a:noFill/>
          <a:ln w="6350">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萍方-简" panose="020B0800000000000000" pitchFamily="34" charset="-122"/>
              <a:ea typeface=".萍方-简" panose="020B0800000000000000" pitchFamily="34" charset="-122"/>
              <a:cs typeface="+mn-cs"/>
            </a:endParaRPr>
          </a:p>
        </p:txBody>
      </p:sp>
      <p:sp>
        <p:nvSpPr>
          <p:cNvPr id="5" name="椭圆 4">
            <a:extLst>
              <a:ext uri="{FF2B5EF4-FFF2-40B4-BE49-F238E27FC236}">
                <a16:creationId xmlns:a16="http://schemas.microsoft.com/office/drawing/2014/main" id="{82223971-288C-4660-6025-11128D9B4B30}"/>
              </a:ext>
            </a:extLst>
          </p:cNvPr>
          <p:cNvSpPr/>
          <p:nvPr/>
        </p:nvSpPr>
        <p:spPr>
          <a:xfrm>
            <a:off x="-18309221" y="-17370545"/>
            <a:ext cx="41726844" cy="41726836"/>
          </a:xfrm>
          <a:prstGeom prst="ellipse">
            <a:avLst/>
          </a:prstGeom>
          <a:noFill/>
          <a:ln w="6350">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萍方-简" panose="020B0800000000000000" pitchFamily="34" charset="-122"/>
              <a:ea typeface=".萍方-简" panose="020B0800000000000000" pitchFamily="34" charset="-122"/>
              <a:cs typeface="+mn-cs"/>
            </a:endParaRPr>
          </a:p>
        </p:txBody>
      </p:sp>
      <p:sp>
        <p:nvSpPr>
          <p:cNvPr id="20" name="椭圆 19">
            <a:extLst>
              <a:ext uri="{FF2B5EF4-FFF2-40B4-BE49-F238E27FC236}">
                <a16:creationId xmlns:a16="http://schemas.microsoft.com/office/drawing/2014/main" id="{08119C27-A8A8-F38D-D14B-E9A3E67F925F}"/>
              </a:ext>
            </a:extLst>
          </p:cNvPr>
          <p:cNvSpPr/>
          <p:nvPr/>
        </p:nvSpPr>
        <p:spPr>
          <a:xfrm>
            <a:off x="1272507" y="2278882"/>
            <a:ext cx="2494596" cy="249459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萍方-简" panose="020B0800000000000000" pitchFamily="34" charset="-122"/>
              <a:ea typeface=".萍方-简" panose="020B0800000000000000" pitchFamily="34" charset="-122"/>
              <a:cs typeface="+mn-cs"/>
            </a:endParaRPr>
          </a:p>
        </p:txBody>
      </p:sp>
      <p:sp>
        <p:nvSpPr>
          <p:cNvPr id="21" name="矩形 20">
            <a:extLst>
              <a:ext uri="{FF2B5EF4-FFF2-40B4-BE49-F238E27FC236}">
                <a16:creationId xmlns:a16="http://schemas.microsoft.com/office/drawing/2014/main" id="{52E74AE1-A77C-6D14-2EE0-193CAA01C142}"/>
              </a:ext>
            </a:extLst>
          </p:cNvPr>
          <p:cNvSpPr/>
          <p:nvPr/>
        </p:nvSpPr>
        <p:spPr>
          <a:xfrm>
            <a:off x="6657731" y="3105834"/>
            <a:ext cx="2031325" cy="646331"/>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3600" dirty="0">
                <a:gradFill>
                  <a:gsLst>
                    <a:gs pos="0">
                      <a:srgbClr val="0081C5"/>
                    </a:gs>
                    <a:gs pos="100000">
                      <a:srgbClr val="00B0F0"/>
                    </a:gs>
                  </a:gsLst>
                  <a:lin ang="5400000" scaled="1"/>
                </a:gradFill>
                <a:latin typeface=".萍方-简" panose="020B0800000000000000" pitchFamily="34" charset="-122"/>
                <a:ea typeface=".萍方-简" panose="020B0800000000000000" pitchFamily="34" charset="-122"/>
              </a:rPr>
              <a:t>论文进度</a:t>
            </a:r>
          </a:p>
        </p:txBody>
      </p:sp>
      <p:pic>
        <p:nvPicPr>
          <p:cNvPr id="3" name="图片 2" descr="图标&#10;&#10;描述已自动生成">
            <a:extLst>
              <a:ext uri="{FF2B5EF4-FFF2-40B4-BE49-F238E27FC236}">
                <a16:creationId xmlns:a16="http://schemas.microsoft.com/office/drawing/2014/main" id="{48CDB07E-8CD0-CE43-35B2-5050468D74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12585" y="3018960"/>
            <a:ext cx="1014440" cy="1014440"/>
          </a:xfrm>
          <a:prstGeom prst="rect">
            <a:avLst/>
          </a:prstGeom>
        </p:spPr>
      </p:pic>
    </p:spTree>
    <p:extLst>
      <p:ext uri="{BB962C8B-B14F-4D97-AF65-F5344CB8AC3E}">
        <p14:creationId xmlns:p14="http://schemas.microsoft.com/office/powerpoint/2010/main" val="3400927798"/>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A99A70-CD32-EDBD-E70D-C498F2EB84F0}"/>
            </a:ext>
          </a:extLst>
        </p:cNvPr>
        <p:cNvGrpSpPr/>
        <p:nvPr/>
      </p:nvGrpSpPr>
      <p:grpSpPr>
        <a:xfrm>
          <a:off x="0" y="0"/>
          <a:ext cx="0" cy="0"/>
          <a:chOff x="0" y="0"/>
          <a:chExt cx="0" cy="0"/>
        </a:xfrm>
      </p:grpSpPr>
      <p:sp>
        <p:nvSpPr>
          <p:cNvPr id="24" name="矩形 23">
            <a:extLst>
              <a:ext uri="{FF2B5EF4-FFF2-40B4-BE49-F238E27FC236}">
                <a16:creationId xmlns:a16="http://schemas.microsoft.com/office/drawing/2014/main" id="{1CD9C305-4796-56F2-4041-A1892223CB0A}"/>
              </a:ext>
            </a:extLst>
          </p:cNvPr>
          <p:cNvSpPr/>
          <p:nvPr/>
        </p:nvSpPr>
        <p:spPr>
          <a:xfrm>
            <a:off x="453293" y="1748197"/>
            <a:ext cx="7898728" cy="4060276"/>
          </a:xfrm>
          <a:prstGeom prst="rect">
            <a:avLst/>
          </a:prstGeom>
          <a:solidFill>
            <a:schemeClr val="bg1">
              <a:alpha val="50000"/>
            </a:schemeClr>
          </a:solidFill>
          <a:ln>
            <a:noFill/>
          </a:ln>
          <a:effectLst>
            <a:outerShdw blurRad="596900" sx="102000" sy="102000" algn="ctr" rotWithShape="0">
              <a:prstClr val="black">
                <a:alpha val="6000"/>
              </a:prstClr>
            </a:outerShdw>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endParaRPr lang="zh-CN" altLang="en-US" dirty="0">
              <a:solidFill>
                <a:schemeClr val="tx1"/>
              </a:solidFill>
            </a:endParaRPr>
          </a:p>
        </p:txBody>
      </p:sp>
      <p:grpSp>
        <p:nvGrpSpPr>
          <p:cNvPr id="21" name="组合 20">
            <a:extLst>
              <a:ext uri="{FF2B5EF4-FFF2-40B4-BE49-F238E27FC236}">
                <a16:creationId xmlns:a16="http://schemas.microsoft.com/office/drawing/2014/main" id="{2113B820-17FF-FC39-AACB-32CBCB4E3A8B}"/>
              </a:ext>
            </a:extLst>
          </p:cNvPr>
          <p:cNvGrpSpPr/>
          <p:nvPr/>
        </p:nvGrpSpPr>
        <p:grpSpPr>
          <a:xfrm>
            <a:off x="839788" y="553867"/>
            <a:ext cx="109520" cy="109520"/>
            <a:chOff x="839788" y="553867"/>
            <a:chExt cx="109520" cy="109520"/>
          </a:xfrm>
        </p:grpSpPr>
        <p:sp>
          <p:nvSpPr>
            <p:cNvPr id="22" name="椭圆 21">
              <a:extLst>
                <a:ext uri="{FF2B5EF4-FFF2-40B4-BE49-F238E27FC236}">
                  <a16:creationId xmlns:a16="http://schemas.microsoft.com/office/drawing/2014/main" id="{E542B076-49D7-A3C9-C68D-BB35B06EC999}"/>
                </a:ext>
              </a:extLst>
            </p:cNvPr>
            <p:cNvSpPr/>
            <p:nvPr/>
          </p:nvSpPr>
          <p:spPr>
            <a:xfrm>
              <a:off x="839788" y="553867"/>
              <a:ext cx="109520" cy="109520"/>
            </a:xfrm>
            <a:prstGeom prst="ellipse">
              <a:avLst/>
            </a:prstGeom>
            <a:gradFill>
              <a:gsLst>
                <a:gs pos="0">
                  <a:srgbClr val="00B0F0"/>
                </a:gs>
                <a:gs pos="100000">
                  <a:srgbClr val="0070C0"/>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cs typeface="+mn-ea"/>
                <a:sym typeface="+mn-lt"/>
              </a:endParaRPr>
            </a:p>
          </p:txBody>
        </p:sp>
        <p:sp>
          <p:nvSpPr>
            <p:cNvPr id="23" name="椭圆 22">
              <a:extLst>
                <a:ext uri="{FF2B5EF4-FFF2-40B4-BE49-F238E27FC236}">
                  <a16:creationId xmlns:a16="http://schemas.microsoft.com/office/drawing/2014/main" id="{EA92B4DC-84EF-38F2-1948-3D3C2FD97465}"/>
                </a:ext>
              </a:extLst>
            </p:cNvPr>
            <p:cNvSpPr/>
            <p:nvPr/>
          </p:nvSpPr>
          <p:spPr>
            <a:xfrm>
              <a:off x="858090" y="572169"/>
              <a:ext cx="72916" cy="729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dirty="0">
                <a:cs typeface="+mn-ea"/>
                <a:sym typeface="+mn-lt"/>
              </a:endParaRPr>
            </a:p>
          </p:txBody>
        </p:sp>
      </p:grpSp>
      <p:grpSp>
        <p:nvGrpSpPr>
          <p:cNvPr id="34" name="组合 4">
            <a:extLst>
              <a:ext uri="{FF2B5EF4-FFF2-40B4-BE49-F238E27FC236}">
                <a16:creationId xmlns:a16="http://schemas.microsoft.com/office/drawing/2014/main" id="{3A1D2C1D-435D-1509-22A4-51FD3D428BC0}"/>
              </a:ext>
            </a:extLst>
          </p:cNvPr>
          <p:cNvGrpSpPr/>
          <p:nvPr/>
        </p:nvGrpSpPr>
        <p:grpSpPr bwMode="auto">
          <a:xfrm>
            <a:off x="0" y="333375"/>
            <a:ext cx="1489075" cy="419100"/>
            <a:chOff x="0" y="0"/>
            <a:chExt cx="1489439" cy="419100"/>
          </a:xfrm>
        </p:grpSpPr>
        <p:sp>
          <p:nvSpPr>
            <p:cNvPr id="35" name="矩形 5">
              <a:extLst>
                <a:ext uri="{FF2B5EF4-FFF2-40B4-BE49-F238E27FC236}">
                  <a16:creationId xmlns:a16="http://schemas.microsoft.com/office/drawing/2014/main" id="{C2B69E50-AC89-2661-5C5B-3DDA24CD79D1}"/>
                </a:ext>
              </a:extLst>
            </p:cNvPr>
            <p:cNvSpPr>
              <a:spLocks noChangeArrowheads="1"/>
            </p:cNvSpPr>
            <p:nvPr/>
          </p:nvSpPr>
          <p:spPr bwMode="auto">
            <a:xfrm>
              <a:off x="0" y="0"/>
              <a:ext cx="1260840" cy="419100"/>
            </a:xfrm>
            <a:prstGeom prst="rect">
              <a:avLst/>
            </a:prstGeom>
            <a:solidFill>
              <a:srgbClr val="269FD3"/>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36" name="矩形 6">
              <a:extLst>
                <a:ext uri="{FF2B5EF4-FFF2-40B4-BE49-F238E27FC236}">
                  <a16:creationId xmlns:a16="http://schemas.microsoft.com/office/drawing/2014/main" id="{6B134160-0337-CCE9-B059-7CDD3652DAEF}"/>
                </a:ext>
              </a:extLst>
            </p:cNvPr>
            <p:cNvSpPr>
              <a:spLocks noChangeArrowheads="1"/>
            </p:cNvSpPr>
            <p:nvPr/>
          </p:nvSpPr>
          <p:spPr bwMode="auto">
            <a:xfrm>
              <a:off x="1317989" y="0"/>
              <a:ext cx="66675" cy="419100"/>
            </a:xfrm>
            <a:prstGeom prst="rect">
              <a:avLst/>
            </a:prstGeom>
            <a:solidFill>
              <a:srgbClr val="269FD3"/>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37" name="矩形 7">
              <a:extLst>
                <a:ext uri="{FF2B5EF4-FFF2-40B4-BE49-F238E27FC236}">
                  <a16:creationId xmlns:a16="http://schemas.microsoft.com/office/drawing/2014/main" id="{5F5F0800-9581-FD68-3565-AAC7389C35C6}"/>
                </a:ext>
              </a:extLst>
            </p:cNvPr>
            <p:cNvSpPr>
              <a:spLocks noChangeArrowheads="1"/>
            </p:cNvSpPr>
            <p:nvPr/>
          </p:nvSpPr>
          <p:spPr bwMode="auto">
            <a:xfrm>
              <a:off x="1441813" y="219075"/>
              <a:ext cx="47626" cy="200025"/>
            </a:xfrm>
            <a:prstGeom prst="rect">
              <a:avLst/>
            </a:prstGeom>
            <a:solidFill>
              <a:srgbClr val="269FD3"/>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grpSp>
      <p:sp>
        <p:nvSpPr>
          <p:cNvPr id="12" name="文本框 11">
            <a:extLst>
              <a:ext uri="{FF2B5EF4-FFF2-40B4-BE49-F238E27FC236}">
                <a16:creationId xmlns:a16="http://schemas.microsoft.com/office/drawing/2014/main" id="{69F05182-E3C8-00EE-7BE5-098694E938BD}"/>
              </a:ext>
            </a:extLst>
          </p:cNvPr>
          <p:cNvSpPr txBox="1"/>
          <p:nvPr/>
        </p:nvSpPr>
        <p:spPr>
          <a:xfrm>
            <a:off x="9410063" y="1247791"/>
            <a:ext cx="2531318" cy="2031325"/>
          </a:xfrm>
          <a:prstGeom prst="rect">
            <a:avLst/>
          </a:prstGeom>
          <a:noFill/>
        </p:spPr>
        <p:txBody>
          <a:bodyPr wrap="square">
            <a:spAutoFit/>
          </a:bodyPr>
          <a:lstStyle/>
          <a:p>
            <a:pPr algn="just"/>
            <a:r>
              <a:rPr lang="zh-CN" altLang="en-US" dirty="0"/>
              <a:t>结果和讨论还差点</a:t>
            </a:r>
            <a:endParaRPr lang="en-US" altLang="zh-CN" dirty="0"/>
          </a:p>
          <a:p>
            <a:pPr algn="just"/>
            <a:endParaRPr lang="en-US" altLang="zh-CN" dirty="0"/>
          </a:p>
          <a:p>
            <a:pPr algn="just"/>
            <a:r>
              <a:rPr lang="en-US" altLang="zh-CN" dirty="0"/>
              <a:t>Intro</a:t>
            </a:r>
            <a:r>
              <a:rPr lang="zh-CN" altLang="en-US" dirty="0"/>
              <a:t>还需要润色</a:t>
            </a:r>
            <a:endParaRPr lang="en-US" altLang="zh-CN" dirty="0"/>
          </a:p>
          <a:p>
            <a:pPr algn="just"/>
            <a:endParaRPr lang="en-US" altLang="zh-CN" dirty="0"/>
          </a:p>
          <a:p>
            <a:pPr algn="just"/>
            <a:r>
              <a:rPr lang="zh-CN" altLang="en-US" dirty="0"/>
              <a:t>参考文献不够</a:t>
            </a:r>
            <a:endParaRPr lang="en-US" altLang="zh-CN" dirty="0"/>
          </a:p>
          <a:p>
            <a:pPr algn="just"/>
            <a:endParaRPr lang="en-US" altLang="zh-CN" dirty="0"/>
          </a:p>
          <a:p>
            <a:pPr algn="just"/>
            <a:r>
              <a:rPr lang="zh-CN" altLang="en-US"/>
              <a:t>图还没画好</a:t>
            </a:r>
            <a:endParaRPr lang="en-US" altLang="zh-CN" dirty="0"/>
          </a:p>
        </p:txBody>
      </p:sp>
      <p:sp>
        <p:nvSpPr>
          <p:cNvPr id="3" name="文本框 2">
            <a:extLst>
              <a:ext uri="{FF2B5EF4-FFF2-40B4-BE49-F238E27FC236}">
                <a16:creationId xmlns:a16="http://schemas.microsoft.com/office/drawing/2014/main" id="{9A06099D-7CB5-F30E-83F2-1AB065B9205D}"/>
              </a:ext>
            </a:extLst>
          </p:cNvPr>
          <p:cNvSpPr txBox="1"/>
          <p:nvPr/>
        </p:nvSpPr>
        <p:spPr>
          <a:xfrm>
            <a:off x="1549054" y="310251"/>
            <a:ext cx="1415772" cy="497316"/>
          </a:xfrm>
          <a:prstGeom prst="rect">
            <a:avLst/>
          </a:prstGeom>
          <a:noFill/>
        </p:spPr>
        <p:txBody>
          <a:bodyPr wrap="none" rtlCol="0">
            <a:spAutoFit/>
          </a:bodyPr>
          <a:lstStyle>
            <a:defPPr>
              <a:defRPr lang="zh-CN"/>
            </a:defPPr>
            <a:lvl1pPr>
              <a:lnSpc>
                <a:spcPct val="120000"/>
              </a:lnSpc>
              <a:defRPr sz="2400" b="1">
                <a:gradFill>
                  <a:gsLst>
                    <a:gs pos="0">
                      <a:srgbClr val="00B0F0"/>
                    </a:gs>
                    <a:gs pos="100000">
                      <a:srgbClr val="0070C0"/>
                    </a:gs>
                  </a:gsLst>
                  <a:lin ang="5400000" scaled="1"/>
                </a:gradFill>
                <a:latin typeface="思源黑体 CN Medium" panose="020B0600000000000000" pitchFamily="34" charset="-122"/>
                <a:ea typeface="思源黑体 CN Medium" panose="020B0600000000000000" pitchFamily="34" charset="-122"/>
              </a:defRPr>
            </a:lvl1pPr>
          </a:lstStyle>
          <a:p>
            <a:r>
              <a:rPr lang="zh-CN" altLang="en-US" dirty="0">
                <a:latin typeface="+mn-lt"/>
                <a:ea typeface="+mn-ea"/>
                <a:cs typeface="+mn-ea"/>
              </a:rPr>
              <a:t>论文进度</a:t>
            </a:r>
          </a:p>
        </p:txBody>
      </p:sp>
      <p:pic>
        <p:nvPicPr>
          <p:cNvPr id="4" name="图片 3" descr="文本&#10;&#10;AI 生成的内容可能不正确。">
            <a:extLst>
              <a:ext uri="{FF2B5EF4-FFF2-40B4-BE49-F238E27FC236}">
                <a16:creationId xmlns:a16="http://schemas.microsoft.com/office/drawing/2014/main" id="{CA7A76DB-F479-7A8D-ACEE-10F459FB556B}"/>
              </a:ext>
            </a:extLst>
          </p:cNvPr>
          <p:cNvPicPr>
            <a:picLocks noChangeAspect="1"/>
          </p:cNvPicPr>
          <p:nvPr/>
        </p:nvPicPr>
        <p:blipFill>
          <a:blip r:embed="rId3"/>
          <a:stretch>
            <a:fillRect/>
          </a:stretch>
        </p:blipFill>
        <p:spPr>
          <a:xfrm>
            <a:off x="326293" y="1133491"/>
            <a:ext cx="8474807" cy="4382967"/>
          </a:xfrm>
          <a:prstGeom prst="rect">
            <a:avLst/>
          </a:prstGeom>
        </p:spPr>
      </p:pic>
    </p:spTree>
    <p:extLst>
      <p:ext uri="{BB962C8B-B14F-4D97-AF65-F5344CB8AC3E}">
        <p14:creationId xmlns:p14="http://schemas.microsoft.com/office/powerpoint/2010/main" val="248921860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quot;e058aa7f-ccf3-4108-a9b7-3848bc5e2b73&quot;,&quot;Name&quot;:null,&quot;Kind&quot;:&quot;Custom&quot;,&quot;OldGuidesSetting&quot;:{&quot;HeaderHeight&quot;:0.0,&quot;FooterHeight&quot;:0.0,&quot;SideMargin&quot;:0.0,&quot;TopMargin&quot;:0.0,&quot;BottomMargin&quot;:0.0,&quot;IntervalMargin&quot;:0.0}}"/>
</p:tagLst>
</file>

<file path=ppt/theme/theme1.xml><?xml version="1.0" encoding="utf-8"?>
<a:theme xmlns:a="http://schemas.openxmlformats.org/drawingml/2006/main" name="Office 主题​​">
  <a:themeElements>
    <a:clrScheme name="自定义 1">
      <a:dk1>
        <a:sysClr val="windowText" lastClr="000000"/>
      </a:dk1>
      <a:lt1>
        <a:sysClr val="window" lastClr="FFFFFF"/>
      </a:lt1>
      <a:dk2>
        <a:srgbClr val="44546A"/>
      </a:dk2>
      <a:lt2>
        <a:srgbClr val="E7E6E6"/>
      </a:lt2>
      <a:accent1>
        <a:srgbClr val="00B0F0"/>
      </a:accent1>
      <a:accent2>
        <a:srgbClr val="78CA8E"/>
      </a:accent2>
      <a:accent3>
        <a:srgbClr val="78CA8E"/>
      </a:accent3>
      <a:accent4>
        <a:srgbClr val="C7EBB2"/>
      </a:accent4>
      <a:accent5>
        <a:srgbClr val="F4B18E"/>
      </a:accent5>
      <a:accent6>
        <a:srgbClr val="C490AA"/>
      </a:accent6>
      <a:hlink>
        <a:srgbClr val="64B6C9"/>
      </a:hlink>
      <a:folHlink>
        <a:srgbClr val="954F72"/>
      </a:folHlink>
    </a:clrScheme>
    <a:fontScheme name="njjeaibi">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a:gradFill>
            <a:gsLst>
              <a:gs pos="0">
                <a:srgbClr val="00B0F0"/>
              </a:gs>
              <a:gs pos="100000">
                <a:srgbClr val="0087D1"/>
              </a:gs>
            </a:gsLst>
            <a:lin ang="5400000" scaled="1"/>
          </a:gradFill>
        </a:ln>
      </a:spPr>
      <a:bodyPr rtlCol="0" anchor="ctr"/>
      <a:lstStyle>
        <a:defPPr algn="ctr">
          <a:lnSpc>
            <a:spcPct val="120000"/>
          </a:lnSpc>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3496</TotalTime>
  <Words>1353</Words>
  <Application>Microsoft Office PowerPoint</Application>
  <PresentationFormat>宽屏</PresentationFormat>
  <Paragraphs>101</Paragraphs>
  <Slides>15</Slides>
  <Notes>12</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15</vt:i4>
      </vt:variant>
    </vt:vector>
  </HeadingPairs>
  <TitlesOfParts>
    <vt:vector size="20" baseType="lpstr">
      <vt:lpstr>.萍方-简</vt:lpstr>
      <vt:lpstr>-apple-system</vt:lpstr>
      <vt:lpstr>微软雅黑</vt:lpstr>
      <vt:lpstr>Arial</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User</dc:creator>
  <cp:lastModifiedBy>e9674</cp:lastModifiedBy>
  <cp:revision>663</cp:revision>
  <dcterms:created xsi:type="dcterms:W3CDTF">2020-03-23T04:30:00Z</dcterms:created>
  <dcterms:modified xsi:type="dcterms:W3CDTF">2025-12-14T12:27:23Z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2052-11.1.0.10700</vt:lpwstr>
  </property>
  <property fmtid="{D5CDD505-2E9C-101B-9397-08002B2CF9AE}" pid="3" name="ICV">
    <vt:lpwstr>F8727A672113487E8168BB0F7FD1A441</vt:lpwstr>
  </property>
</Properties>
</file>